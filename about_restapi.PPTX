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5" r:id="rId4"/>
  </p:sldMasterIdLst>
  <p:notesMasterIdLst>
    <p:notesMasterId r:id="rId22"/>
  </p:notesMasterIdLst>
  <p:sldIdLst>
    <p:sldId id="256" r:id="rId5"/>
    <p:sldId id="260" r:id="rId6"/>
    <p:sldId id="274" r:id="rId7"/>
    <p:sldId id="261" r:id="rId8"/>
    <p:sldId id="262" r:id="rId9"/>
    <p:sldId id="263" r:id="rId10"/>
    <p:sldId id="264" r:id="rId11"/>
    <p:sldId id="265" r:id="rId12"/>
    <p:sldId id="267" r:id="rId13"/>
    <p:sldId id="268" r:id="rId14"/>
    <p:sldId id="266" r:id="rId15"/>
    <p:sldId id="269" r:id="rId16"/>
    <p:sldId id="270" r:id="rId17"/>
    <p:sldId id="271" r:id="rId18"/>
    <p:sldId id="272" r:id="rId19"/>
    <p:sldId id="273" r:id="rId20"/>
    <p:sldId id="259" r:id="rId21"/>
  </p:sldIdLst>
  <p:sldSz cx="9144000" cy="5143500" type="screen16x9"/>
  <p:notesSz cx="6858000" cy="9144000"/>
  <p:defaultTextStyle>
    <a:defPPr>
      <a:defRPr lang="en-US"/>
    </a:defPPr>
    <a:lvl1pPr algn="l" defTabSz="408141" rtl="0" fontAlgn="base">
      <a:spcBef>
        <a:spcPct val="0"/>
      </a:spcBef>
      <a:spcAft>
        <a:spcPct val="0"/>
      </a:spcAft>
      <a:defRPr kern="1200">
        <a:solidFill>
          <a:schemeClr val="tx1"/>
        </a:solidFill>
        <a:latin typeface="Arial" charset="0"/>
        <a:ea typeface="ＭＳ Ｐゴシック" charset="-128"/>
        <a:cs typeface="ＭＳ Ｐゴシック" charset="-128"/>
      </a:defRPr>
    </a:lvl1pPr>
    <a:lvl2pPr marL="408141" algn="l" defTabSz="408141" rtl="0" fontAlgn="base">
      <a:spcBef>
        <a:spcPct val="0"/>
      </a:spcBef>
      <a:spcAft>
        <a:spcPct val="0"/>
      </a:spcAft>
      <a:defRPr kern="1200">
        <a:solidFill>
          <a:schemeClr val="tx1"/>
        </a:solidFill>
        <a:latin typeface="Arial" charset="0"/>
        <a:ea typeface="ＭＳ Ｐゴシック" charset="-128"/>
        <a:cs typeface="ＭＳ Ｐゴシック" charset="-128"/>
      </a:defRPr>
    </a:lvl2pPr>
    <a:lvl3pPr marL="816281" algn="l" defTabSz="408141" rtl="0" fontAlgn="base">
      <a:spcBef>
        <a:spcPct val="0"/>
      </a:spcBef>
      <a:spcAft>
        <a:spcPct val="0"/>
      </a:spcAft>
      <a:defRPr kern="1200">
        <a:solidFill>
          <a:schemeClr val="tx1"/>
        </a:solidFill>
        <a:latin typeface="Arial" charset="0"/>
        <a:ea typeface="ＭＳ Ｐゴシック" charset="-128"/>
        <a:cs typeface="ＭＳ Ｐゴシック" charset="-128"/>
      </a:defRPr>
    </a:lvl3pPr>
    <a:lvl4pPr marL="1224422" algn="l" defTabSz="408141" rtl="0" fontAlgn="base">
      <a:spcBef>
        <a:spcPct val="0"/>
      </a:spcBef>
      <a:spcAft>
        <a:spcPct val="0"/>
      </a:spcAft>
      <a:defRPr kern="1200">
        <a:solidFill>
          <a:schemeClr val="tx1"/>
        </a:solidFill>
        <a:latin typeface="Arial" charset="0"/>
        <a:ea typeface="ＭＳ Ｐゴシック" charset="-128"/>
        <a:cs typeface="ＭＳ Ｐゴシック" charset="-128"/>
      </a:defRPr>
    </a:lvl4pPr>
    <a:lvl5pPr marL="1632562" algn="l" defTabSz="408141" rtl="0" fontAlgn="base">
      <a:spcBef>
        <a:spcPct val="0"/>
      </a:spcBef>
      <a:spcAft>
        <a:spcPct val="0"/>
      </a:spcAft>
      <a:defRPr kern="1200">
        <a:solidFill>
          <a:schemeClr val="tx1"/>
        </a:solidFill>
        <a:latin typeface="Arial" charset="0"/>
        <a:ea typeface="ＭＳ Ｐゴシック" charset="-128"/>
        <a:cs typeface="ＭＳ Ｐゴシック" charset="-128"/>
      </a:defRPr>
    </a:lvl5pPr>
    <a:lvl6pPr marL="2040703" algn="l" defTabSz="408141" rtl="0" eaLnBrk="1" latinLnBrk="0" hangingPunct="1">
      <a:defRPr kern="1200">
        <a:solidFill>
          <a:schemeClr val="tx1"/>
        </a:solidFill>
        <a:latin typeface="Arial" charset="0"/>
        <a:ea typeface="ＭＳ Ｐゴシック" charset="-128"/>
        <a:cs typeface="ＭＳ Ｐゴシック" charset="-128"/>
      </a:defRPr>
    </a:lvl6pPr>
    <a:lvl7pPr marL="2448844" algn="l" defTabSz="408141" rtl="0" eaLnBrk="1" latinLnBrk="0" hangingPunct="1">
      <a:defRPr kern="1200">
        <a:solidFill>
          <a:schemeClr val="tx1"/>
        </a:solidFill>
        <a:latin typeface="Arial" charset="0"/>
        <a:ea typeface="ＭＳ Ｐゴシック" charset="-128"/>
        <a:cs typeface="ＭＳ Ｐゴシック" charset="-128"/>
      </a:defRPr>
    </a:lvl7pPr>
    <a:lvl8pPr marL="2856984" algn="l" defTabSz="408141" rtl="0" eaLnBrk="1" latinLnBrk="0" hangingPunct="1">
      <a:defRPr kern="1200">
        <a:solidFill>
          <a:schemeClr val="tx1"/>
        </a:solidFill>
        <a:latin typeface="Arial" charset="0"/>
        <a:ea typeface="ＭＳ Ｐゴシック" charset="-128"/>
        <a:cs typeface="ＭＳ Ｐゴシック" charset="-128"/>
      </a:defRPr>
    </a:lvl8pPr>
    <a:lvl9pPr marL="3265125" algn="l" defTabSz="408141" rtl="0" eaLnBrk="1" latinLnBrk="0" hangingPunct="1">
      <a:defRPr kern="1200">
        <a:solidFill>
          <a:schemeClr val="tx1"/>
        </a:solidFill>
        <a:latin typeface="Arial" charset="0"/>
        <a:ea typeface="ＭＳ Ｐゴシック" charset="-128"/>
        <a:cs typeface="ＭＳ Ｐゴシック" charset="-128"/>
      </a:defRPr>
    </a:lvl9pPr>
  </p:defaultTextStyle>
  <p:extLst>
    <p:ext uri="{EFAFB233-063F-42B5-8137-9DF3F51BA10A}">
      <p15:sldGuideLst xmlns:p15="http://schemas.microsoft.com/office/powerpoint/2012/main">
        <p15:guide id="1" orient="horz" pos="1620">
          <p15:clr>
            <a:srgbClr val="A4A3A4"/>
          </p15:clr>
        </p15:guide>
        <p15:guide id="2" pos="31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B5B20"/>
    <a:srgbClr val="B8D42F"/>
    <a:srgbClr val="2362AD"/>
    <a:srgbClr val="333333"/>
    <a:srgbClr val="F0F2F4"/>
    <a:srgbClr val="F1F2F3"/>
    <a:srgbClr val="C7C9CC"/>
    <a:srgbClr val="38492A"/>
    <a:srgbClr val="475B38"/>
    <a:srgbClr val="3C5FBD"/>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890" autoAdjust="0"/>
    <p:restoredTop sz="92814" autoAdjust="0"/>
  </p:normalViewPr>
  <p:slideViewPr>
    <p:cSldViewPr snapToGrid="0" snapToObjects="1">
      <p:cViewPr varScale="1">
        <p:scale>
          <a:sx n="216" d="100"/>
          <a:sy n="216" d="100"/>
        </p:scale>
        <p:origin x="400" y="176"/>
      </p:cViewPr>
      <p:guideLst>
        <p:guide orient="horz" pos="1620"/>
        <p:guide pos="3139"/>
      </p:guideLst>
    </p:cSldViewPr>
  </p:slideViewPr>
  <p:outlineViewPr>
    <p:cViewPr>
      <p:scale>
        <a:sx n="33" d="100"/>
        <a:sy n="33" d="100"/>
      </p:scale>
      <p:origin x="0" y="0"/>
    </p:cViewPr>
  </p:outlineViewPr>
  <p:notesTextViewPr>
    <p:cViewPr>
      <p:scale>
        <a:sx n="140" d="100"/>
        <a:sy n="14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atin typeface="Calibri" charset="0"/>
              </a:defRPr>
            </a:lvl1pPr>
          </a:lstStyle>
          <a:p>
            <a:fld id="{063A4F3E-766A-DA42-9587-0D8D4572D94B}" type="datetime1">
              <a:rPr lang="en-US"/>
              <a:pPr/>
              <a:t>2/12/19</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charset="0"/>
              </a:defRPr>
            </a:lvl1pPr>
          </a:lstStyle>
          <a:p>
            <a:fld id="{932A5950-F53A-F248-B03E-512CD32874D8}" type="slidenum">
              <a:rPr lang="en-US"/>
              <a:pPr/>
              <a:t>‹#›</a:t>
            </a:fld>
            <a:endParaRPr lang="en-US"/>
          </a:p>
        </p:txBody>
      </p:sp>
    </p:spTree>
    <p:extLst>
      <p:ext uri="{BB962C8B-B14F-4D97-AF65-F5344CB8AC3E}">
        <p14:creationId xmlns:p14="http://schemas.microsoft.com/office/powerpoint/2010/main" val="4126005415"/>
      </p:ext>
    </p:extLst>
  </p:cSld>
  <p:clrMap bg1="lt1" tx1="dk1" bg2="lt2" tx2="dk2" accent1="accent1" accent2="accent2" accent3="accent3" accent4="accent4" accent5="accent5" accent6="accent6" hlink="hlink" folHlink="folHlink"/>
  <p:notesStyle>
    <a:lvl1pPr algn="l" defTabSz="408141" rtl="0" eaLnBrk="0" fontAlgn="base" hangingPunct="0">
      <a:spcBef>
        <a:spcPct val="30000"/>
      </a:spcBef>
      <a:spcAft>
        <a:spcPct val="0"/>
      </a:spcAft>
      <a:defRPr sz="1100" kern="1200">
        <a:solidFill>
          <a:schemeClr val="tx1"/>
        </a:solidFill>
        <a:latin typeface="+mn-lt"/>
        <a:ea typeface="ＭＳ Ｐゴシック" charset="-128"/>
        <a:cs typeface="ＭＳ Ｐゴシック" charset="-128"/>
      </a:defRPr>
    </a:lvl1pPr>
    <a:lvl2pPr marL="408141" algn="l" defTabSz="408141" rtl="0" eaLnBrk="0" fontAlgn="base" hangingPunct="0">
      <a:spcBef>
        <a:spcPct val="30000"/>
      </a:spcBef>
      <a:spcAft>
        <a:spcPct val="0"/>
      </a:spcAft>
      <a:defRPr sz="1100" kern="1200">
        <a:solidFill>
          <a:schemeClr val="tx1"/>
        </a:solidFill>
        <a:latin typeface="+mn-lt"/>
        <a:ea typeface="ＭＳ Ｐゴシック" charset="-128"/>
        <a:cs typeface="+mn-cs"/>
      </a:defRPr>
    </a:lvl2pPr>
    <a:lvl3pPr marL="816281" algn="l" defTabSz="408141" rtl="0" eaLnBrk="0" fontAlgn="base" hangingPunct="0">
      <a:spcBef>
        <a:spcPct val="30000"/>
      </a:spcBef>
      <a:spcAft>
        <a:spcPct val="0"/>
      </a:spcAft>
      <a:defRPr sz="1100" kern="1200">
        <a:solidFill>
          <a:schemeClr val="tx1"/>
        </a:solidFill>
        <a:latin typeface="+mn-lt"/>
        <a:ea typeface="ＭＳ Ｐゴシック" charset="-128"/>
        <a:cs typeface="+mn-cs"/>
      </a:defRPr>
    </a:lvl3pPr>
    <a:lvl4pPr marL="1224422" algn="l" defTabSz="408141" rtl="0" eaLnBrk="0" fontAlgn="base" hangingPunct="0">
      <a:spcBef>
        <a:spcPct val="30000"/>
      </a:spcBef>
      <a:spcAft>
        <a:spcPct val="0"/>
      </a:spcAft>
      <a:defRPr sz="1100" kern="1200">
        <a:solidFill>
          <a:schemeClr val="tx1"/>
        </a:solidFill>
        <a:latin typeface="+mn-lt"/>
        <a:ea typeface="ＭＳ Ｐゴシック" charset="-128"/>
        <a:cs typeface="+mn-cs"/>
      </a:defRPr>
    </a:lvl4pPr>
    <a:lvl5pPr marL="1632562" algn="l" defTabSz="408141" rtl="0" eaLnBrk="0" fontAlgn="base" hangingPunct="0">
      <a:spcBef>
        <a:spcPct val="30000"/>
      </a:spcBef>
      <a:spcAft>
        <a:spcPct val="0"/>
      </a:spcAft>
      <a:defRPr sz="1100" kern="1200">
        <a:solidFill>
          <a:schemeClr val="tx1"/>
        </a:solidFill>
        <a:latin typeface="+mn-lt"/>
        <a:ea typeface="ＭＳ Ｐゴシック" charset="-128"/>
        <a:cs typeface="+mn-cs"/>
      </a:defRPr>
    </a:lvl5pPr>
    <a:lvl6pPr marL="2040703" algn="l" defTabSz="408141" rtl="0" eaLnBrk="1" latinLnBrk="0" hangingPunct="1">
      <a:defRPr sz="1100" kern="1200">
        <a:solidFill>
          <a:schemeClr val="tx1"/>
        </a:solidFill>
        <a:latin typeface="+mn-lt"/>
        <a:ea typeface="+mn-ea"/>
        <a:cs typeface="+mn-cs"/>
      </a:defRPr>
    </a:lvl6pPr>
    <a:lvl7pPr marL="2448844" algn="l" defTabSz="408141" rtl="0" eaLnBrk="1" latinLnBrk="0" hangingPunct="1">
      <a:defRPr sz="1100" kern="1200">
        <a:solidFill>
          <a:schemeClr val="tx1"/>
        </a:solidFill>
        <a:latin typeface="+mn-lt"/>
        <a:ea typeface="+mn-ea"/>
        <a:cs typeface="+mn-cs"/>
      </a:defRPr>
    </a:lvl7pPr>
    <a:lvl8pPr marL="2856984" algn="l" defTabSz="408141" rtl="0" eaLnBrk="1" latinLnBrk="0" hangingPunct="1">
      <a:defRPr sz="1100" kern="1200">
        <a:solidFill>
          <a:schemeClr val="tx1"/>
        </a:solidFill>
        <a:latin typeface="+mn-lt"/>
        <a:ea typeface="+mn-ea"/>
        <a:cs typeface="+mn-cs"/>
      </a:defRPr>
    </a:lvl8pPr>
    <a:lvl9pPr marL="3265125" algn="l" defTabSz="408141" rtl="0" eaLnBrk="1" latinLnBrk="0" hangingPunct="1">
      <a:defRPr sz="11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32A5950-F53A-F248-B03E-512CD32874D8}" type="slidenum">
              <a:rPr lang="en-US" smtClean="0"/>
              <a:pPr/>
              <a:t>17</a:t>
            </a:fld>
            <a:endParaRPr lang="en-US"/>
          </a:p>
        </p:txBody>
      </p:sp>
    </p:spTree>
    <p:extLst>
      <p:ext uri="{BB962C8B-B14F-4D97-AF65-F5344CB8AC3E}">
        <p14:creationId xmlns:p14="http://schemas.microsoft.com/office/powerpoint/2010/main" val="62002939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14" name="Picture 13"/>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5" name="Title 1"/>
          <p:cNvSpPr>
            <a:spLocks noGrp="1"/>
          </p:cNvSpPr>
          <p:nvPr>
            <p:ph type="ctrTitle"/>
          </p:nvPr>
        </p:nvSpPr>
        <p:spPr bwMode="gray">
          <a:xfrm>
            <a:off x="551576" y="2522089"/>
            <a:ext cx="8009100" cy="396664"/>
          </a:xfrm>
          <a:prstGeom prst="rect">
            <a:avLst/>
          </a:prstGeom>
        </p:spPr>
        <p:txBody>
          <a:bodyPr lIns="0" rIns="82296" anchor="b" anchorCtr="0"/>
          <a:lstStyle>
            <a:lvl1pPr algn="l">
              <a:defRPr sz="2700" b="0" i="0">
                <a:solidFill>
                  <a:schemeClr val="accent2"/>
                </a:solidFill>
                <a:latin typeface="Gotham Rounded Book" charset="0"/>
                <a:ea typeface="Gotham Rounded Book" charset="0"/>
                <a:cs typeface="Gotham Rounded Book" charset="0"/>
              </a:defRPr>
            </a:lvl1pPr>
          </a:lstStyle>
          <a:p>
            <a:r>
              <a:rPr lang="en-US" dirty="0"/>
              <a:t>Click to edit Master title style</a:t>
            </a:r>
          </a:p>
        </p:txBody>
      </p:sp>
      <p:sp>
        <p:nvSpPr>
          <p:cNvPr id="16" name="Subtitle 2"/>
          <p:cNvSpPr>
            <a:spLocks noGrp="1"/>
          </p:cNvSpPr>
          <p:nvPr>
            <p:ph type="subTitle" idx="1"/>
          </p:nvPr>
        </p:nvSpPr>
        <p:spPr bwMode="gray">
          <a:xfrm>
            <a:off x="551575" y="2973730"/>
            <a:ext cx="8009101" cy="313014"/>
          </a:xfrm>
          <a:prstGeom prst="rect">
            <a:avLst/>
          </a:prstGeom>
        </p:spPr>
        <p:txBody>
          <a:bodyPr lIns="0" rIns="82296"/>
          <a:lstStyle>
            <a:lvl1pPr marL="0" indent="0" algn="l">
              <a:buNone/>
              <a:defRPr sz="1600">
                <a:solidFill>
                  <a:schemeClr val="bg1"/>
                </a:solidFill>
              </a:defRPr>
            </a:lvl1pPr>
            <a:lvl2pPr marL="408141" indent="0" algn="ctr">
              <a:buNone/>
              <a:defRPr>
                <a:solidFill>
                  <a:schemeClr val="tx1">
                    <a:tint val="75000"/>
                  </a:schemeClr>
                </a:solidFill>
              </a:defRPr>
            </a:lvl2pPr>
            <a:lvl3pPr marL="816281" indent="0" algn="ctr">
              <a:buNone/>
              <a:defRPr>
                <a:solidFill>
                  <a:schemeClr val="tx1">
                    <a:tint val="75000"/>
                  </a:schemeClr>
                </a:solidFill>
              </a:defRPr>
            </a:lvl3pPr>
            <a:lvl4pPr marL="1224422" indent="0" algn="ctr">
              <a:buNone/>
              <a:defRPr>
                <a:solidFill>
                  <a:schemeClr val="tx1">
                    <a:tint val="75000"/>
                  </a:schemeClr>
                </a:solidFill>
              </a:defRPr>
            </a:lvl4pPr>
            <a:lvl5pPr marL="1632562" indent="0" algn="ctr">
              <a:buNone/>
              <a:defRPr>
                <a:solidFill>
                  <a:schemeClr val="tx1">
                    <a:tint val="75000"/>
                  </a:schemeClr>
                </a:solidFill>
              </a:defRPr>
            </a:lvl5pPr>
            <a:lvl6pPr marL="2040703" indent="0" algn="ctr">
              <a:buNone/>
              <a:defRPr>
                <a:solidFill>
                  <a:schemeClr val="tx1">
                    <a:tint val="75000"/>
                  </a:schemeClr>
                </a:solidFill>
              </a:defRPr>
            </a:lvl6pPr>
            <a:lvl7pPr marL="2448844" indent="0" algn="ctr">
              <a:buNone/>
              <a:defRPr>
                <a:solidFill>
                  <a:schemeClr val="tx1">
                    <a:tint val="75000"/>
                  </a:schemeClr>
                </a:solidFill>
              </a:defRPr>
            </a:lvl7pPr>
            <a:lvl8pPr marL="2856984" indent="0" algn="ctr">
              <a:buNone/>
              <a:defRPr>
                <a:solidFill>
                  <a:schemeClr val="tx1">
                    <a:tint val="75000"/>
                  </a:schemeClr>
                </a:solidFill>
              </a:defRPr>
            </a:lvl8pPr>
            <a:lvl9pPr marL="3265125" indent="0" algn="ctr">
              <a:buNone/>
              <a:defRPr>
                <a:solidFill>
                  <a:schemeClr val="tx1">
                    <a:tint val="75000"/>
                  </a:schemeClr>
                </a:solidFill>
              </a:defRPr>
            </a:lvl9pPr>
          </a:lstStyle>
          <a:p>
            <a:r>
              <a:rPr lang="en-US"/>
              <a:t>Click to edit Master subtitle style</a:t>
            </a:r>
            <a:endParaRPr lang="en-US" dirty="0"/>
          </a:p>
        </p:txBody>
      </p:sp>
      <p:pic>
        <p:nvPicPr>
          <p:cNvPr id="17" name="Picture 16"/>
          <p:cNvPicPr>
            <a:picLocks noChangeAspect="1"/>
          </p:cNvPicPr>
          <p:nvPr userDrawn="1"/>
        </p:nvPicPr>
        <p:blipFill>
          <a:blip r:embed="rId3"/>
          <a:stretch>
            <a:fillRect/>
          </a:stretch>
        </p:blipFill>
        <p:spPr>
          <a:xfrm>
            <a:off x="578468" y="2012147"/>
            <a:ext cx="2756401" cy="334955"/>
          </a:xfrm>
          <a:prstGeom prst="rect">
            <a:avLst/>
          </a:prstGeom>
        </p:spPr>
      </p:pic>
    </p:spTree>
    <p:extLst>
      <p:ext uri="{BB962C8B-B14F-4D97-AF65-F5344CB8AC3E}">
        <p14:creationId xmlns:p14="http://schemas.microsoft.com/office/powerpoint/2010/main" val="39588118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subtitle and Content">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532367" y="190829"/>
            <a:ext cx="8311710" cy="410612"/>
          </a:xfrm>
          <a:prstGeom prst="rect">
            <a:avLst/>
          </a:prstGeom>
        </p:spPr>
        <p:txBody>
          <a:bodyPr/>
          <a:lstStyle>
            <a:lvl1pPr algn="l">
              <a:defRPr sz="2500">
                <a:solidFill>
                  <a:schemeClr val="accent1"/>
                </a:solidFill>
              </a:defRPr>
            </a:lvl1pPr>
          </a:lstStyle>
          <a:p>
            <a:r>
              <a:rPr lang="en-US" dirty="0"/>
              <a:t>CLICK TO EDIT MASTER TITLE STYLE</a:t>
            </a:r>
          </a:p>
        </p:txBody>
      </p:sp>
      <p:sp>
        <p:nvSpPr>
          <p:cNvPr id="6" name="Content Placeholder 2"/>
          <p:cNvSpPr>
            <a:spLocks noGrp="1"/>
          </p:cNvSpPr>
          <p:nvPr>
            <p:ph idx="1"/>
          </p:nvPr>
        </p:nvSpPr>
        <p:spPr>
          <a:xfrm>
            <a:off x="532367" y="1049149"/>
            <a:ext cx="8259294" cy="3444024"/>
          </a:xfrm>
          <a:prstGeom prst="rect">
            <a:avLst/>
          </a:prstGeom>
        </p:spPr>
        <p:txBody>
          <a:bodyPr/>
          <a:lstStyle>
            <a:lvl1pPr>
              <a:defRPr sz="2400" b="0" i="0">
                <a:solidFill>
                  <a:schemeClr val="tx1">
                    <a:lumMod val="65000"/>
                    <a:lumOff val="35000"/>
                  </a:schemeClr>
                </a:solidFill>
                <a:latin typeface="Gotham Rounded Book"/>
                <a:cs typeface="Gotham Rounded Book"/>
              </a:defRPr>
            </a:lvl1pPr>
            <a:lvl2pPr marL="357123" indent="-151636">
              <a:defRPr lang="en-US" sz="1800" b="0" i="0" kern="1200" dirty="0" smtClean="0">
                <a:solidFill>
                  <a:schemeClr val="tx1">
                    <a:lumMod val="65000"/>
                    <a:lumOff val="35000"/>
                  </a:schemeClr>
                </a:solidFill>
                <a:latin typeface="Gotham Rounded Book"/>
                <a:ea typeface="+mn-ea"/>
                <a:cs typeface="Gotham Rounded Book"/>
              </a:defRPr>
            </a:lvl2pPr>
            <a:lvl3pPr marL="507341" indent="-150218">
              <a:buFont typeface="Symbol" pitchFamily="18" charset="2"/>
              <a:buChar char="-"/>
              <a:defRPr lang="en-US" sz="1600" b="0" i="0" kern="1200" dirty="0" smtClean="0">
                <a:solidFill>
                  <a:schemeClr val="tx1">
                    <a:lumMod val="65000"/>
                    <a:lumOff val="35000"/>
                  </a:schemeClr>
                </a:solidFill>
                <a:latin typeface="Gotham Rounded Book"/>
                <a:ea typeface="+mn-ea"/>
                <a:cs typeface="Gotham Rounded Book"/>
              </a:defRPr>
            </a:lvl3pPr>
            <a:lvl4pPr>
              <a:defRPr sz="1400">
                <a:solidFill>
                  <a:schemeClr val="tx1">
                    <a:lumMod val="65000"/>
                    <a:lumOff val="35000"/>
                  </a:schemeClr>
                </a:solidFill>
              </a:defRPr>
            </a:lvl4pPr>
            <a:lvl5pPr>
              <a:defRPr sz="1400">
                <a:solidFill>
                  <a:schemeClr val="tx1">
                    <a:lumMod val="65000"/>
                    <a:lumOff val="35000"/>
                  </a:schemeClr>
                </a:solidFill>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607880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subtitle and Content">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532367" y="190829"/>
            <a:ext cx="8311710" cy="410612"/>
          </a:xfrm>
          <a:prstGeom prst="rect">
            <a:avLst/>
          </a:prstGeom>
        </p:spPr>
        <p:txBody>
          <a:bodyPr/>
          <a:lstStyle>
            <a:lvl1pPr algn="l">
              <a:defRPr sz="2500">
                <a:solidFill>
                  <a:schemeClr val="accent1"/>
                </a:solidFill>
              </a:defRPr>
            </a:lvl1pPr>
          </a:lstStyle>
          <a:p>
            <a:r>
              <a:rPr lang="en-US" dirty="0"/>
              <a:t>CLICK TO EDIT MASTER TITLE STYLE</a:t>
            </a:r>
          </a:p>
        </p:txBody>
      </p:sp>
    </p:spTree>
    <p:extLst>
      <p:ext uri="{BB962C8B-B14F-4D97-AF65-F5344CB8AC3E}">
        <p14:creationId xmlns:p14="http://schemas.microsoft.com/office/powerpoint/2010/main" val="33438921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195115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3" name="Title 1"/>
          <p:cNvSpPr>
            <a:spLocks noGrp="1"/>
          </p:cNvSpPr>
          <p:nvPr>
            <p:ph type="ctrTitle" hasCustomPrompt="1"/>
          </p:nvPr>
        </p:nvSpPr>
        <p:spPr bwMode="gray">
          <a:xfrm>
            <a:off x="551576" y="2522089"/>
            <a:ext cx="8009100" cy="396664"/>
          </a:xfrm>
          <a:prstGeom prst="rect">
            <a:avLst/>
          </a:prstGeom>
        </p:spPr>
        <p:txBody>
          <a:bodyPr lIns="0" rIns="82296" anchor="b" anchorCtr="0"/>
          <a:lstStyle>
            <a:lvl1pPr algn="l">
              <a:defRPr sz="2700" b="0" i="0">
                <a:solidFill>
                  <a:schemeClr val="accent2"/>
                </a:solidFill>
                <a:latin typeface="Gotham Rounded Book" charset="0"/>
                <a:ea typeface="Gotham Rounded Book" charset="0"/>
                <a:cs typeface="Gotham Rounded Book" charset="0"/>
              </a:defRPr>
            </a:lvl1pPr>
          </a:lstStyle>
          <a:p>
            <a:r>
              <a:rPr lang="en-US" dirty="0"/>
              <a:t>Thank You!</a:t>
            </a:r>
          </a:p>
        </p:txBody>
      </p:sp>
      <p:pic>
        <p:nvPicPr>
          <p:cNvPr id="5" name="Picture 4"/>
          <p:cNvPicPr>
            <a:picLocks noChangeAspect="1"/>
          </p:cNvPicPr>
          <p:nvPr userDrawn="1"/>
        </p:nvPicPr>
        <p:blipFill>
          <a:blip r:embed="rId3"/>
          <a:stretch>
            <a:fillRect/>
          </a:stretch>
        </p:blipFill>
        <p:spPr>
          <a:xfrm>
            <a:off x="578468" y="2012147"/>
            <a:ext cx="2756401" cy="334955"/>
          </a:xfrm>
          <a:prstGeom prst="rect">
            <a:avLst/>
          </a:prstGeom>
        </p:spPr>
      </p:pic>
    </p:spTree>
    <p:extLst>
      <p:ext uri="{BB962C8B-B14F-4D97-AF65-F5344CB8AC3E}">
        <p14:creationId xmlns:p14="http://schemas.microsoft.com/office/powerpoint/2010/main" val="380148764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Rectangle 4"/>
          <p:cNvSpPr/>
          <p:nvPr userDrawn="1"/>
        </p:nvSpPr>
        <p:spPr bwMode="gray">
          <a:xfrm>
            <a:off x="-790" y="769193"/>
            <a:ext cx="9144000" cy="142200"/>
          </a:xfrm>
          <a:prstGeom prst="rect">
            <a:avLst/>
          </a:prstGeom>
          <a:gradFill>
            <a:gsLst>
              <a:gs pos="0">
                <a:schemeClr val="bg1">
                  <a:lumMod val="91000"/>
                </a:schemeClr>
              </a:gs>
              <a:gs pos="100000">
                <a:schemeClr val="bg1"/>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lIns="81628" tIns="40814" rIns="81628" bIns="40814" rtlCol="0" anchor="ctr"/>
          <a:lstStyle/>
          <a:p>
            <a:pPr algn="ctr"/>
            <a:endParaRPr lang="en-US">
              <a:solidFill>
                <a:srgbClr val="C7C9CC"/>
              </a:solidFill>
              <a:latin typeface="+mj-lt"/>
            </a:endParaRPr>
          </a:p>
        </p:txBody>
      </p:sp>
      <p:sp>
        <p:nvSpPr>
          <p:cNvPr id="6" name="Rounded Rectangle 5"/>
          <p:cNvSpPr/>
          <p:nvPr userDrawn="1"/>
        </p:nvSpPr>
        <p:spPr bwMode="gray">
          <a:xfrm flipV="1">
            <a:off x="1" y="177676"/>
            <a:ext cx="9143999" cy="573470"/>
          </a:xfrm>
          <a:prstGeom prst="roundRect">
            <a:avLst>
              <a:gd name="adj" fmla="val 0"/>
            </a:avLst>
          </a:prstGeom>
          <a:gradFill>
            <a:gsLst>
              <a:gs pos="0">
                <a:schemeClr val="bg1">
                  <a:lumMod val="95000"/>
                </a:schemeClr>
              </a:gs>
              <a:gs pos="61000">
                <a:schemeClr val="accent1">
                  <a:tint val="23500"/>
                  <a:satMod val="160000"/>
                  <a:lumMod val="0"/>
                  <a:lumOff val="100000"/>
                </a:schemeClr>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lIns="81628" tIns="40814" rIns="81628" bIns="40814" rtlCol="0" anchor="ctr"/>
          <a:lstStyle/>
          <a:p>
            <a:pPr algn="ctr"/>
            <a:endParaRPr lang="en-US">
              <a:solidFill>
                <a:srgbClr val="C7C9CC"/>
              </a:solidFill>
              <a:latin typeface="+mj-lt"/>
            </a:endParaRPr>
          </a:p>
        </p:txBody>
      </p:sp>
      <p:sp>
        <p:nvSpPr>
          <p:cNvPr id="7" name="Rectangle 6"/>
          <p:cNvSpPr/>
          <p:nvPr userDrawn="1"/>
        </p:nvSpPr>
        <p:spPr bwMode="gray">
          <a:xfrm>
            <a:off x="-790" y="737864"/>
            <a:ext cx="9144000" cy="4439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81628" tIns="40814" rIns="81628" bIns="40814" rtlCol="0" anchor="ctr"/>
          <a:lstStyle/>
          <a:p>
            <a:pPr algn="ctr"/>
            <a:endParaRPr lang="en-US">
              <a:solidFill>
                <a:srgbClr val="C7C9CC"/>
              </a:solidFill>
              <a:latin typeface="+mj-lt"/>
            </a:endParaRPr>
          </a:p>
        </p:txBody>
      </p:sp>
      <p:cxnSp>
        <p:nvCxnSpPr>
          <p:cNvPr id="8" name="Straight Connector 7"/>
          <p:cNvCxnSpPr/>
          <p:nvPr userDrawn="1"/>
        </p:nvCxnSpPr>
        <p:spPr>
          <a:xfrm>
            <a:off x="-790" y="751145"/>
            <a:ext cx="9144000" cy="0"/>
          </a:xfrm>
          <a:prstGeom prst="line">
            <a:avLst/>
          </a:prstGeom>
          <a:ln w="44450">
            <a:solidFill>
              <a:schemeClr val="bg1">
                <a:lumMod val="85000"/>
              </a:schemeClr>
            </a:solidFill>
          </a:ln>
          <a:effectLst/>
        </p:spPr>
        <p:style>
          <a:lnRef idx="2">
            <a:schemeClr val="accent1"/>
          </a:lnRef>
          <a:fillRef idx="0">
            <a:schemeClr val="accent1"/>
          </a:fillRef>
          <a:effectRef idx="1">
            <a:schemeClr val="accent1"/>
          </a:effectRef>
          <a:fontRef idx="minor">
            <a:schemeClr val="tx1"/>
          </a:fontRef>
        </p:style>
      </p:cxnSp>
      <p:sp>
        <p:nvSpPr>
          <p:cNvPr id="9" name="Text Placeholder 2"/>
          <p:cNvSpPr>
            <a:spLocks noGrp="1"/>
          </p:cNvSpPr>
          <p:nvPr>
            <p:ph type="body" idx="1"/>
          </p:nvPr>
        </p:nvSpPr>
        <p:spPr>
          <a:xfrm>
            <a:off x="527734" y="1049148"/>
            <a:ext cx="8159067" cy="3458328"/>
          </a:xfrm>
          <a:prstGeom prst="rect">
            <a:avLst/>
          </a:prstGeom>
        </p:spPr>
        <p:txBody>
          <a:bodyPr lIns="81628" tIns="40814" rIns="81628" bIns="40814"/>
          <a:lstStyle/>
          <a:p>
            <a:pPr lvl="0" fontAlgn="base">
              <a:spcAft>
                <a:spcPct val="0"/>
              </a:spcAft>
            </a:pPr>
            <a:r>
              <a:rPr lang="en-US" dirty="0"/>
              <a:t>Click to edit Master text styles</a:t>
            </a:r>
          </a:p>
          <a:p>
            <a:pPr lvl="1" fontAlgn="base">
              <a:spcAft>
                <a:spcPct val="0"/>
              </a:spcAft>
            </a:pPr>
            <a:r>
              <a:rPr lang="en-US" dirty="0"/>
              <a:t>Second level</a:t>
            </a:r>
          </a:p>
          <a:p>
            <a:pPr lvl="2" fontAlgn="base">
              <a:spcAft>
                <a:spcPct val="0"/>
              </a:spcAft>
            </a:pPr>
            <a:r>
              <a:rPr lang="en-US" dirty="0"/>
              <a:t>Third level</a:t>
            </a:r>
          </a:p>
        </p:txBody>
      </p:sp>
      <p:sp>
        <p:nvSpPr>
          <p:cNvPr id="10" name="Slide Number Placeholder 5"/>
          <p:cNvSpPr txBox="1">
            <a:spLocks/>
          </p:cNvSpPr>
          <p:nvPr userDrawn="1"/>
        </p:nvSpPr>
        <p:spPr>
          <a:xfrm>
            <a:off x="76248" y="4859854"/>
            <a:ext cx="683701" cy="273844"/>
          </a:xfrm>
          <a:prstGeom prst="rect">
            <a:avLst/>
          </a:prstGeom>
        </p:spPr>
        <p:txBody>
          <a:bodyPr lIns="81628" tIns="40814" rIns="81628" bIns="40814"/>
          <a:lstStyle>
            <a:defPPr>
              <a:defRPr lang="en-US"/>
            </a:defPPr>
            <a:lvl1pPr algn="r" defTabSz="457200" rtl="0" fontAlgn="base">
              <a:spcBef>
                <a:spcPct val="0"/>
              </a:spcBef>
              <a:spcAft>
                <a:spcPct val="0"/>
              </a:spcAft>
              <a:defRPr sz="800" kern="1200">
                <a:solidFill>
                  <a:schemeClr val="bg1">
                    <a:lumMod val="65000"/>
                  </a:schemeClr>
                </a:solidFill>
                <a:latin typeface="Arial" charset="0"/>
                <a:ea typeface="ＭＳ Ｐゴシック" charset="-128"/>
                <a:cs typeface="ＭＳ Ｐゴシック" charset="-128"/>
              </a:defRPr>
            </a:lvl1pPr>
            <a:lvl2pPr marL="4572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2pPr>
            <a:lvl3pPr marL="9144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3pPr>
            <a:lvl4pPr marL="13716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4pPr>
            <a:lvl5pPr marL="18288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5pPr>
            <a:lvl6pPr marL="2286000" algn="l" defTabSz="457200" rtl="0" eaLnBrk="1" latinLnBrk="0" hangingPunct="1">
              <a:defRPr kern="1200">
                <a:solidFill>
                  <a:schemeClr val="tx1"/>
                </a:solidFill>
                <a:latin typeface="Arial" charset="0"/>
                <a:ea typeface="ＭＳ Ｐゴシック" charset="-128"/>
                <a:cs typeface="ＭＳ Ｐゴシック" charset="-128"/>
              </a:defRPr>
            </a:lvl6pPr>
            <a:lvl7pPr marL="2743200" algn="l" defTabSz="457200" rtl="0" eaLnBrk="1" latinLnBrk="0" hangingPunct="1">
              <a:defRPr kern="1200">
                <a:solidFill>
                  <a:schemeClr val="tx1"/>
                </a:solidFill>
                <a:latin typeface="Arial" charset="0"/>
                <a:ea typeface="ＭＳ Ｐゴシック" charset="-128"/>
                <a:cs typeface="ＭＳ Ｐゴシック" charset="-128"/>
              </a:defRPr>
            </a:lvl7pPr>
            <a:lvl8pPr marL="3200400" algn="l" defTabSz="457200" rtl="0" eaLnBrk="1" latinLnBrk="0" hangingPunct="1">
              <a:defRPr kern="1200">
                <a:solidFill>
                  <a:schemeClr val="tx1"/>
                </a:solidFill>
                <a:latin typeface="Arial" charset="0"/>
                <a:ea typeface="ＭＳ Ｐゴシック" charset="-128"/>
                <a:cs typeface="ＭＳ Ｐゴシック" charset="-128"/>
              </a:defRPr>
            </a:lvl8pPr>
            <a:lvl9pPr marL="3657600" algn="l" defTabSz="457200" rtl="0" eaLnBrk="1" latinLnBrk="0" hangingPunct="1">
              <a:defRPr kern="1200">
                <a:solidFill>
                  <a:schemeClr val="tx1"/>
                </a:solidFill>
                <a:latin typeface="Arial" charset="0"/>
                <a:ea typeface="ＭＳ Ｐゴシック" charset="-128"/>
                <a:cs typeface="ＭＳ Ｐゴシック" charset="-128"/>
              </a:defRPr>
            </a:lvl9pPr>
          </a:lstStyle>
          <a:p>
            <a:pPr algn="l"/>
            <a:fld id="{CA13677D-954C-BA42-9121-5D4E7FD6A506}" type="slidenum">
              <a:rPr lang="en-US" b="0" i="0" smtClean="0">
                <a:latin typeface="Gotham Rounded Medium"/>
                <a:cs typeface="Gotham Rounded Medium"/>
              </a:rPr>
              <a:pPr algn="l"/>
              <a:t>‹#›</a:t>
            </a:fld>
            <a:endParaRPr lang="en-US" b="0" i="0" dirty="0">
              <a:latin typeface="Gotham Rounded Medium"/>
              <a:cs typeface="Gotham Rounded Medium"/>
            </a:endParaRPr>
          </a:p>
        </p:txBody>
      </p:sp>
      <p:grpSp>
        <p:nvGrpSpPr>
          <p:cNvPr id="11" name="Group 10"/>
          <p:cNvGrpSpPr>
            <a:grpSpLocks noChangeAspect="1"/>
          </p:cNvGrpSpPr>
          <p:nvPr userDrawn="1"/>
        </p:nvGrpSpPr>
        <p:grpSpPr>
          <a:xfrm>
            <a:off x="57631" y="41526"/>
            <a:ext cx="768294" cy="871834"/>
            <a:chOff x="-8346" y="-7951"/>
            <a:chExt cx="1146871" cy="1301430"/>
          </a:xfrm>
        </p:grpSpPr>
        <p:sp>
          <p:nvSpPr>
            <p:cNvPr id="12" name="Freeform 11"/>
            <p:cNvSpPr/>
            <p:nvPr userDrawn="1"/>
          </p:nvSpPr>
          <p:spPr bwMode="gray">
            <a:xfrm>
              <a:off x="-8346" y="-7951"/>
              <a:ext cx="1146871" cy="1301430"/>
            </a:xfrm>
            <a:custGeom>
              <a:avLst/>
              <a:gdLst>
                <a:gd name="connsiteX0" fmla="*/ 15903 w 4071068"/>
                <a:gd name="connsiteY0" fmla="*/ 63610 h 4619708"/>
                <a:gd name="connsiteX1" fmla="*/ 15903 w 4071068"/>
                <a:gd name="connsiteY1" fmla="*/ 0 h 4619708"/>
                <a:gd name="connsiteX2" fmla="*/ 2663687 w 4071068"/>
                <a:gd name="connsiteY2" fmla="*/ 15902 h 4619708"/>
                <a:gd name="connsiteX3" fmla="*/ 4071068 w 4071068"/>
                <a:gd name="connsiteY3" fmla="*/ 1160890 h 4619708"/>
                <a:gd name="connsiteX4" fmla="*/ 0 w 4071068"/>
                <a:gd name="connsiteY4" fmla="*/ 4619708 h 4619708"/>
                <a:gd name="connsiteX5" fmla="*/ 7952 w 4071068"/>
                <a:gd name="connsiteY5" fmla="*/ 2266121 h 4619708"/>
                <a:gd name="connsiteX6" fmla="*/ 1319917 w 4071068"/>
                <a:gd name="connsiteY6" fmla="*/ 1144988 h 4619708"/>
                <a:gd name="connsiteX7" fmla="*/ 15903 w 4071068"/>
                <a:gd name="connsiteY7" fmla="*/ 63610 h 46197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71068" h="4619708">
                  <a:moveTo>
                    <a:pt x="15903" y="63610"/>
                  </a:moveTo>
                  <a:lnTo>
                    <a:pt x="15903" y="0"/>
                  </a:lnTo>
                  <a:lnTo>
                    <a:pt x="2663687" y="15902"/>
                  </a:lnTo>
                  <a:lnTo>
                    <a:pt x="4071068" y="1160890"/>
                  </a:lnTo>
                  <a:lnTo>
                    <a:pt x="0" y="4619708"/>
                  </a:lnTo>
                  <a:cubicBezTo>
                    <a:pt x="2651" y="3835179"/>
                    <a:pt x="5301" y="3050650"/>
                    <a:pt x="7952" y="2266121"/>
                  </a:cubicBezTo>
                  <a:lnTo>
                    <a:pt x="1319917" y="1144988"/>
                  </a:lnTo>
                  <a:lnTo>
                    <a:pt x="15903" y="63610"/>
                  </a:lnTo>
                  <a:close/>
                </a:path>
              </a:pathLst>
            </a:custGeom>
            <a:gradFill>
              <a:gsLst>
                <a:gs pos="1667">
                  <a:schemeClr val="bg1">
                    <a:lumMod val="95000"/>
                    <a:alpha val="0"/>
                  </a:schemeClr>
                </a:gs>
                <a:gs pos="20000">
                  <a:schemeClr val="bg1">
                    <a:lumMod val="95000"/>
                  </a:schemeClr>
                </a:gs>
                <a:gs pos="100000">
                  <a:schemeClr val="bg1">
                    <a:lumMod val="95000"/>
                    <a:alpha val="0"/>
                  </a:schemeClr>
                </a:gs>
              </a:gsLst>
              <a:lin ang="5400000" scaled="0"/>
            </a:gradFill>
            <a:ln>
              <a:noFill/>
            </a:ln>
          </p:spPr>
          <p:txBody>
            <a:bodyPr vert="horz" wrap="square" lIns="91440" tIns="45720" rIns="91440" bIns="45720" numCol="1" anchor="t" anchorCtr="0" compatLnSpc="1">
              <a:prstTxWarp prst="textNoShape">
                <a:avLst/>
              </a:prstTxWarp>
            </a:bodyPr>
            <a:lstStyle/>
            <a:p>
              <a:endParaRPr lang="en-US">
                <a:solidFill>
                  <a:schemeClr val="tx1"/>
                </a:solidFill>
                <a:latin typeface="Arial" charset="0"/>
                <a:ea typeface="ＭＳ Ｐゴシック" charset="-128"/>
                <a:cs typeface="ＭＳ Ｐゴシック" charset="-128"/>
              </a:endParaRPr>
            </a:p>
          </p:txBody>
        </p:sp>
        <p:sp>
          <p:nvSpPr>
            <p:cNvPr id="13" name="Freeform 6"/>
            <p:cNvSpPr>
              <a:spLocks/>
            </p:cNvSpPr>
            <p:nvPr userDrawn="1"/>
          </p:nvSpPr>
          <p:spPr bwMode="auto">
            <a:xfrm>
              <a:off x="181637" y="327720"/>
              <a:ext cx="346097" cy="381701"/>
            </a:xfrm>
            <a:custGeom>
              <a:avLst/>
              <a:gdLst>
                <a:gd name="T0" fmla="*/ 21 w 58"/>
                <a:gd name="T1" fmla="*/ 64 h 64"/>
                <a:gd name="T2" fmla="*/ 20 w 58"/>
                <a:gd name="T3" fmla="*/ 64 h 64"/>
                <a:gd name="T4" fmla="*/ 2 w 58"/>
                <a:gd name="T5" fmla="*/ 64 h 64"/>
                <a:gd name="T6" fmla="*/ 1 w 58"/>
                <a:gd name="T7" fmla="*/ 63 h 64"/>
                <a:gd name="T8" fmla="*/ 1 w 58"/>
                <a:gd name="T9" fmla="*/ 61 h 64"/>
                <a:gd name="T10" fmla="*/ 34 w 58"/>
                <a:gd name="T11" fmla="*/ 33 h 64"/>
                <a:gd name="T12" fmla="*/ 34 w 58"/>
                <a:gd name="T13" fmla="*/ 31 h 64"/>
                <a:gd name="T14" fmla="*/ 1 w 58"/>
                <a:gd name="T15" fmla="*/ 2 h 64"/>
                <a:gd name="T16" fmla="*/ 0 w 58"/>
                <a:gd name="T17" fmla="*/ 1 h 64"/>
                <a:gd name="T18" fmla="*/ 2 w 58"/>
                <a:gd name="T19" fmla="*/ 0 h 64"/>
                <a:gd name="T20" fmla="*/ 20 w 58"/>
                <a:gd name="T21" fmla="*/ 0 h 64"/>
                <a:gd name="T22" fmla="*/ 20 w 58"/>
                <a:gd name="T23" fmla="*/ 0 h 64"/>
                <a:gd name="T24" fmla="*/ 57 w 58"/>
                <a:gd name="T25" fmla="*/ 31 h 64"/>
                <a:gd name="T26" fmla="*/ 57 w 58"/>
                <a:gd name="T27" fmla="*/ 31 h 64"/>
                <a:gd name="T28" fmla="*/ 57 w 58"/>
                <a:gd name="T29" fmla="*/ 33 h 64"/>
                <a:gd name="T30" fmla="*/ 57 w 58"/>
                <a:gd name="T31" fmla="*/ 33 h 64"/>
                <a:gd name="T32" fmla="*/ 21 w 58"/>
                <a:gd name="T33"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8" h="64">
                  <a:moveTo>
                    <a:pt x="21" y="64"/>
                  </a:moveTo>
                  <a:cubicBezTo>
                    <a:pt x="21" y="64"/>
                    <a:pt x="21" y="64"/>
                    <a:pt x="20" y="64"/>
                  </a:cubicBezTo>
                  <a:cubicBezTo>
                    <a:pt x="2" y="64"/>
                    <a:pt x="2" y="64"/>
                    <a:pt x="2" y="64"/>
                  </a:cubicBezTo>
                  <a:cubicBezTo>
                    <a:pt x="1" y="64"/>
                    <a:pt x="1" y="64"/>
                    <a:pt x="1" y="63"/>
                  </a:cubicBezTo>
                  <a:cubicBezTo>
                    <a:pt x="0" y="62"/>
                    <a:pt x="0" y="62"/>
                    <a:pt x="1" y="61"/>
                  </a:cubicBezTo>
                  <a:cubicBezTo>
                    <a:pt x="34" y="33"/>
                    <a:pt x="34" y="33"/>
                    <a:pt x="34" y="33"/>
                  </a:cubicBezTo>
                  <a:cubicBezTo>
                    <a:pt x="35" y="32"/>
                    <a:pt x="35" y="31"/>
                    <a:pt x="34" y="31"/>
                  </a:cubicBezTo>
                  <a:cubicBezTo>
                    <a:pt x="1" y="2"/>
                    <a:pt x="1" y="2"/>
                    <a:pt x="1" y="2"/>
                  </a:cubicBezTo>
                  <a:cubicBezTo>
                    <a:pt x="1" y="2"/>
                    <a:pt x="0" y="1"/>
                    <a:pt x="0" y="1"/>
                  </a:cubicBezTo>
                  <a:cubicBezTo>
                    <a:pt x="1" y="0"/>
                    <a:pt x="1" y="0"/>
                    <a:pt x="2" y="0"/>
                  </a:cubicBezTo>
                  <a:cubicBezTo>
                    <a:pt x="20" y="0"/>
                    <a:pt x="20" y="0"/>
                    <a:pt x="20" y="0"/>
                  </a:cubicBezTo>
                  <a:cubicBezTo>
                    <a:pt x="20" y="0"/>
                    <a:pt x="20" y="0"/>
                    <a:pt x="20" y="0"/>
                  </a:cubicBezTo>
                  <a:cubicBezTo>
                    <a:pt x="57" y="31"/>
                    <a:pt x="57" y="31"/>
                    <a:pt x="57" y="31"/>
                  </a:cubicBezTo>
                  <a:cubicBezTo>
                    <a:pt x="57" y="31"/>
                    <a:pt x="57" y="31"/>
                    <a:pt x="57" y="31"/>
                  </a:cubicBezTo>
                  <a:cubicBezTo>
                    <a:pt x="58" y="31"/>
                    <a:pt x="58" y="32"/>
                    <a:pt x="57" y="33"/>
                  </a:cubicBezTo>
                  <a:cubicBezTo>
                    <a:pt x="57" y="33"/>
                    <a:pt x="57" y="33"/>
                    <a:pt x="57" y="33"/>
                  </a:cubicBezTo>
                  <a:lnTo>
                    <a:pt x="21" y="64"/>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4" name="Title Placeholder 1"/>
          <p:cNvSpPr>
            <a:spLocks noGrp="1"/>
          </p:cNvSpPr>
          <p:nvPr>
            <p:ph type="title"/>
          </p:nvPr>
        </p:nvSpPr>
        <p:spPr>
          <a:xfrm>
            <a:off x="527734" y="130478"/>
            <a:ext cx="8159067" cy="516608"/>
          </a:xfrm>
          <a:prstGeom prst="rect">
            <a:avLst/>
          </a:prstGeom>
        </p:spPr>
        <p:txBody>
          <a:bodyPr lIns="81628" tIns="40814" rIns="81628" bIns="40814" anchor="ctr" anchorCtr="0"/>
          <a:lstStyle/>
          <a:p>
            <a:pPr lvl="0" algn="l" fontAlgn="base">
              <a:spcAft>
                <a:spcPct val="0"/>
              </a:spcAft>
            </a:pPr>
            <a:r>
              <a:rPr lang="en-US"/>
              <a:t>Click to edit Master title style</a:t>
            </a:r>
            <a:endParaRPr lang="en-US" dirty="0"/>
          </a:p>
        </p:txBody>
      </p:sp>
      <p:pic>
        <p:nvPicPr>
          <p:cNvPr id="15" name="Picture 14"/>
          <p:cNvPicPr>
            <a:picLocks noChangeAspect="1"/>
          </p:cNvPicPr>
          <p:nvPr userDrawn="1"/>
        </p:nvPicPr>
        <p:blipFill>
          <a:blip r:embed="rId7"/>
          <a:stretch>
            <a:fillRect/>
          </a:stretch>
        </p:blipFill>
        <p:spPr>
          <a:xfrm>
            <a:off x="7623795" y="4774255"/>
            <a:ext cx="1249276" cy="152583"/>
          </a:xfrm>
          <a:prstGeom prst="rect">
            <a:avLst/>
          </a:prstGeom>
        </p:spPr>
      </p:pic>
    </p:spTree>
    <p:extLst>
      <p:ext uri="{BB962C8B-B14F-4D97-AF65-F5344CB8AC3E}">
        <p14:creationId xmlns:p14="http://schemas.microsoft.com/office/powerpoint/2010/main" val="2253222799"/>
      </p:ext>
    </p:extLst>
  </p:cSld>
  <p:clrMap bg1="lt1" tx1="dk1" bg2="lt2" tx2="dk2" accent1="accent1" accent2="accent2" accent3="accent3" accent4="accent4" accent5="accent5" accent6="accent6" hlink="hlink" folHlink="folHlink"/>
  <p:sldLayoutIdLst>
    <p:sldLayoutId id="2147483806" r:id="rId1"/>
    <p:sldLayoutId id="2147483825" r:id="rId2"/>
    <p:sldLayoutId id="2147483828" r:id="rId3"/>
    <p:sldLayoutId id="2147483829" r:id="rId4"/>
    <p:sldLayoutId id="2147483812" r:id="rId5"/>
  </p:sldLayoutIdLst>
  <p:hf hdr="0" ftr="0" dt="0"/>
  <p:txStyles>
    <p:titleStyle>
      <a:lvl1pPr algn="ctr" defTabSz="408141" rtl="0" eaLnBrk="1" latinLnBrk="0" hangingPunct="1">
        <a:lnSpc>
          <a:spcPct val="80000"/>
        </a:lnSpc>
        <a:spcBef>
          <a:spcPct val="0"/>
        </a:spcBef>
        <a:buNone/>
        <a:defRPr lang="en-US" sz="2500" b="0" i="0" kern="1200" dirty="0" smtClean="0">
          <a:solidFill>
            <a:schemeClr val="accent1"/>
          </a:solidFill>
          <a:latin typeface="Gotham Rounded Medium"/>
          <a:ea typeface="+mj-ea"/>
          <a:cs typeface="Gotham Rounded Medium"/>
        </a:defRPr>
      </a:lvl1pPr>
    </p:titleStyle>
    <p:bodyStyle>
      <a:lvl1pPr marL="0" indent="0" algn="l" defTabSz="408141" rtl="0" eaLnBrk="1" latinLnBrk="0" hangingPunct="1">
        <a:spcBef>
          <a:spcPct val="20000"/>
        </a:spcBef>
        <a:buFontTx/>
        <a:buNone/>
        <a:defRPr lang="en-US" sz="2400" b="0" i="0" kern="1200" dirty="0" smtClean="0">
          <a:solidFill>
            <a:schemeClr val="bg1"/>
          </a:solidFill>
          <a:latin typeface="Gotham Rounded Book"/>
          <a:ea typeface="+mn-ea"/>
          <a:cs typeface="Gotham Rounded Book"/>
        </a:defRPr>
      </a:lvl1pPr>
      <a:lvl2pPr marL="357123" indent="-151636" algn="l" defTabSz="408141" rtl="0" eaLnBrk="1" latinLnBrk="0" hangingPunct="1">
        <a:spcBef>
          <a:spcPct val="20000"/>
        </a:spcBef>
        <a:buSzPct val="110000"/>
        <a:buFont typeface="Arial" pitchFamily="34" charset="0"/>
        <a:buChar char="•"/>
        <a:defRPr lang="en-US" sz="1800" b="0" i="0" kern="1200" dirty="0" smtClean="0">
          <a:solidFill>
            <a:schemeClr val="bg1"/>
          </a:solidFill>
          <a:latin typeface="Gotham Rounded Book"/>
          <a:ea typeface="+mn-ea"/>
          <a:cs typeface="Gotham Rounded Book"/>
        </a:defRPr>
      </a:lvl2pPr>
      <a:lvl3pPr marL="507341" indent="-150218" algn="l" defTabSz="408141" rtl="0" eaLnBrk="1" latinLnBrk="0" hangingPunct="1">
        <a:spcBef>
          <a:spcPct val="20000"/>
        </a:spcBef>
        <a:buFont typeface="Arial" pitchFamily="34" charset="0"/>
        <a:buChar char="–"/>
        <a:defRPr lang="en-US" sz="1600" b="0" i="0" kern="1200" dirty="0" smtClean="0">
          <a:solidFill>
            <a:schemeClr val="bg1"/>
          </a:solidFill>
          <a:latin typeface="Gotham Rounded Book"/>
          <a:ea typeface="+mn-ea"/>
          <a:cs typeface="Gotham Rounded Book"/>
        </a:defRPr>
      </a:lvl3pPr>
      <a:lvl4pPr marL="1428492" indent="-204070" algn="l" defTabSz="408141" rtl="0" eaLnBrk="1" latinLnBrk="0" hangingPunct="1">
        <a:spcBef>
          <a:spcPct val="20000"/>
        </a:spcBef>
        <a:buFont typeface="Arial"/>
        <a:buChar char="–"/>
        <a:defRPr lang="en-US" sz="1400" kern="1200" dirty="0" smtClean="0">
          <a:solidFill>
            <a:schemeClr val="tx1">
              <a:lumMod val="65000"/>
              <a:lumOff val="35000"/>
            </a:schemeClr>
          </a:solidFill>
          <a:latin typeface="+mn-lt"/>
          <a:ea typeface="+mn-ea"/>
          <a:cs typeface="+mn-cs"/>
        </a:defRPr>
      </a:lvl4pPr>
      <a:lvl5pPr marL="1836633" indent="-204070" algn="l" defTabSz="408141" rtl="0" eaLnBrk="1" latinLnBrk="0" hangingPunct="1">
        <a:spcBef>
          <a:spcPct val="20000"/>
        </a:spcBef>
        <a:buFont typeface="Arial"/>
        <a:buChar char="»"/>
        <a:defRPr lang="en-US" sz="1400" kern="1200" dirty="0" smtClean="0">
          <a:solidFill>
            <a:schemeClr val="tx1">
              <a:lumMod val="65000"/>
              <a:lumOff val="35000"/>
            </a:schemeClr>
          </a:solidFill>
          <a:latin typeface="+mn-lt"/>
          <a:ea typeface="+mn-ea"/>
          <a:cs typeface="+mn-cs"/>
        </a:defRPr>
      </a:lvl5pPr>
      <a:lvl6pPr marL="2244773" indent="-204070" algn="l" defTabSz="408141" rtl="0" eaLnBrk="1" latinLnBrk="0" hangingPunct="1">
        <a:spcBef>
          <a:spcPct val="20000"/>
        </a:spcBef>
        <a:buFont typeface="Arial"/>
        <a:buChar char="•"/>
        <a:defRPr sz="1800" kern="1200">
          <a:solidFill>
            <a:schemeClr val="tx1"/>
          </a:solidFill>
          <a:latin typeface="+mn-lt"/>
          <a:ea typeface="+mn-ea"/>
          <a:cs typeface="+mn-cs"/>
        </a:defRPr>
      </a:lvl6pPr>
      <a:lvl7pPr marL="2652914" indent="-204070" algn="l" defTabSz="408141" rtl="0" eaLnBrk="1" latinLnBrk="0" hangingPunct="1">
        <a:spcBef>
          <a:spcPct val="20000"/>
        </a:spcBef>
        <a:buFont typeface="Arial"/>
        <a:buChar char="•"/>
        <a:defRPr sz="1800" kern="1200">
          <a:solidFill>
            <a:schemeClr val="tx1"/>
          </a:solidFill>
          <a:latin typeface="+mn-lt"/>
          <a:ea typeface="+mn-ea"/>
          <a:cs typeface="+mn-cs"/>
        </a:defRPr>
      </a:lvl7pPr>
      <a:lvl8pPr marL="3061055" indent="-204070" algn="l" defTabSz="408141" rtl="0" eaLnBrk="1" latinLnBrk="0" hangingPunct="1">
        <a:spcBef>
          <a:spcPct val="20000"/>
        </a:spcBef>
        <a:buFont typeface="Arial"/>
        <a:buChar char="•"/>
        <a:defRPr sz="1800" kern="1200">
          <a:solidFill>
            <a:schemeClr val="tx1"/>
          </a:solidFill>
          <a:latin typeface="+mn-lt"/>
          <a:ea typeface="+mn-ea"/>
          <a:cs typeface="+mn-cs"/>
        </a:defRPr>
      </a:lvl8pPr>
      <a:lvl9pPr marL="3469195" indent="-204070" algn="l" defTabSz="408141" rtl="0" eaLnBrk="1" latinLnBrk="0" hangingPunct="1">
        <a:spcBef>
          <a:spcPct val="20000"/>
        </a:spcBef>
        <a:buFont typeface="Arial"/>
        <a:buChar char="•"/>
        <a:defRPr sz="1800" kern="1200">
          <a:solidFill>
            <a:schemeClr val="tx1"/>
          </a:solidFill>
          <a:latin typeface="+mn-lt"/>
          <a:ea typeface="+mn-ea"/>
          <a:cs typeface="+mn-cs"/>
        </a:defRPr>
      </a:lvl9pPr>
    </p:bodyStyle>
    <p:otherStyle>
      <a:defPPr>
        <a:defRPr lang="en-US"/>
      </a:defPPr>
      <a:lvl1pPr marL="0" algn="l" defTabSz="408141" rtl="0" eaLnBrk="1" latinLnBrk="0" hangingPunct="1">
        <a:defRPr sz="1600" kern="1200">
          <a:solidFill>
            <a:schemeClr val="tx1"/>
          </a:solidFill>
          <a:latin typeface="+mn-lt"/>
          <a:ea typeface="+mn-ea"/>
          <a:cs typeface="+mn-cs"/>
        </a:defRPr>
      </a:lvl1pPr>
      <a:lvl2pPr marL="408141" algn="l" defTabSz="408141" rtl="0" eaLnBrk="1" latinLnBrk="0" hangingPunct="1">
        <a:defRPr sz="1600" kern="1200">
          <a:solidFill>
            <a:schemeClr val="tx1"/>
          </a:solidFill>
          <a:latin typeface="+mn-lt"/>
          <a:ea typeface="+mn-ea"/>
          <a:cs typeface="+mn-cs"/>
        </a:defRPr>
      </a:lvl2pPr>
      <a:lvl3pPr marL="816281" algn="l" defTabSz="408141" rtl="0" eaLnBrk="1" latinLnBrk="0" hangingPunct="1">
        <a:defRPr sz="1600" kern="1200">
          <a:solidFill>
            <a:schemeClr val="tx1"/>
          </a:solidFill>
          <a:latin typeface="+mn-lt"/>
          <a:ea typeface="+mn-ea"/>
          <a:cs typeface="+mn-cs"/>
        </a:defRPr>
      </a:lvl3pPr>
      <a:lvl4pPr marL="1224422" algn="l" defTabSz="408141" rtl="0" eaLnBrk="1" latinLnBrk="0" hangingPunct="1">
        <a:defRPr sz="1600" kern="1200">
          <a:solidFill>
            <a:schemeClr val="tx1"/>
          </a:solidFill>
          <a:latin typeface="+mn-lt"/>
          <a:ea typeface="+mn-ea"/>
          <a:cs typeface="+mn-cs"/>
        </a:defRPr>
      </a:lvl4pPr>
      <a:lvl5pPr marL="1632562" algn="l" defTabSz="408141" rtl="0" eaLnBrk="1" latinLnBrk="0" hangingPunct="1">
        <a:defRPr sz="1600" kern="1200">
          <a:solidFill>
            <a:schemeClr val="tx1"/>
          </a:solidFill>
          <a:latin typeface="+mn-lt"/>
          <a:ea typeface="+mn-ea"/>
          <a:cs typeface="+mn-cs"/>
        </a:defRPr>
      </a:lvl5pPr>
      <a:lvl6pPr marL="2040703" algn="l" defTabSz="408141" rtl="0" eaLnBrk="1" latinLnBrk="0" hangingPunct="1">
        <a:defRPr sz="1600" kern="1200">
          <a:solidFill>
            <a:schemeClr val="tx1"/>
          </a:solidFill>
          <a:latin typeface="+mn-lt"/>
          <a:ea typeface="+mn-ea"/>
          <a:cs typeface="+mn-cs"/>
        </a:defRPr>
      </a:lvl6pPr>
      <a:lvl7pPr marL="2448844" algn="l" defTabSz="408141" rtl="0" eaLnBrk="1" latinLnBrk="0" hangingPunct="1">
        <a:defRPr sz="1600" kern="1200">
          <a:solidFill>
            <a:schemeClr val="tx1"/>
          </a:solidFill>
          <a:latin typeface="+mn-lt"/>
          <a:ea typeface="+mn-ea"/>
          <a:cs typeface="+mn-cs"/>
        </a:defRPr>
      </a:lvl7pPr>
      <a:lvl8pPr marL="2856984" algn="l" defTabSz="408141" rtl="0" eaLnBrk="1" latinLnBrk="0" hangingPunct="1">
        <a:defRPr sz="1600" kern="1200">
          <a:solidFill>
            <a:schemeClr val="tx1"/>
          </a:solidFill>
          <a:latin typeface="+mn-lt"/>
          <a:ea typeface="+mn-ea"/>
          <a:cs typeface="+mn-cs"/>
        </a:defRPr>
      </a:lvl8pPr>
      <a:lvl9pPr marL="3265125" algn="l" defTabSz="408141" rtl="0" eaLnBrk="1" latinLnBrk="0" hangingPunct="1">
        <a:defRPr sz="1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REST API </a:t>
            </a:r>
            <a:r>
              <a:rPr lang="ja-JP" altLang="en-US"/>
              <a:t>概要</a:t>
            </a:r>
            <a:r>
              <a:rPr lang="en-US" altLang="ja-JP" dirty="0"/>
              <a:t> for All</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6219902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00000"/>
              </a:lnSpc>
            </a:pPr>
            <a:r>
              <a:rPr lang="en-US" sz="2400" dirty="0"/>
              <a:t>Agenda</a:t>
            </a:r>
          </a:p>
        </p:txBody>
      </p:sp>
      <p:sp>
        <p:nvSpPr>
          <p:cNvPr id="3" name="Content Placeholder 2"/>
          <p:cNvSpPr>
            <a:spLocks noGrp="1"/>
          </p:cNvSpPr>
          <p:nvPr>
            <p:ph idx="1"/>
          </p:nvPr>
        </p:nvSpPr>
        <p:spPr/>
        <p:txBody>
          <a:bodyPr/>
          <a:lstStyle/>
          <a:p>
            <a:pPr marL="342900" indent="-342900">
              <a:buFont typeface="Arial" panose="020B0604020202020204" pitchFamily="34" charset="0"/>
              <a:buChar char="•"/>
            </a:pPr>
            <a:r>
              <a:rPr lang="en-US" altLang="ja-JP" sz="2000" dirty="0"/>
              <a:t>13:00 – 13:30 (</a:t>
            </a:r>
            <a:r>
              <a:rPr lang="ja-JP" altLang="en-US" sz="2000"/>
              <a:t>全体向け概要</a:t>
            </a:r>
            <a:r>
              <a:rPr lang="en-US" altLang="ja-JP" sz="2000" dirty="0"/>
              <a:t>)</a:t>
            </a:r>
            <a:endParaRPr lang="en-US" sz="2000" dirty="0"/>
          </a:p>
          <a:p>
            <a:pPr marL="700023" lvl="1" indent="-342900"/>
            <a:r>
              <a:rPr lang="en-US" sz="2000" dirty="0"/>
              <a:t>Prism</a:t>
            </a:r>
            <a:r>
              <a:rPr lang="ja-JP" altLang="en-US" sz="2000"/>
              <a:t>でゲスト</a:t>
            </a:r>
            <a:r>
              <a:rPr lang="en-US" altLang="ja-JP" sz="2000" dirty="0"/>
              <a:t>VM</a:t>
            </a:r>
            <a:r>
              <a:rPr lang="ja-JP" altLang="en-US" sz="2000"/>
              <a:t>を作成した際の</a:t>
            </a:r>
            <a:r>
              <a:rPr lang="en-US" sz="2000" dirty="0"/>
              <a:t>REST API</a:t>
            </a:r>
            <a:r>
              <a:rPr lang="ja-JP" altLang="en-US" sz="2000"/>
              <a:t>を確認</a:t>
            </a:r>
            <a:endParaRPr lang="en-US" altLang="ja-JP" sz="2000" dirty="0"/>
          </a:p>
          <a:p>
            <a:pPr marL="700023" lvl="1" indent="-342900"/>
            <a:r>
              <a:rPr lang="en-US" sz="2000" dirty="0"/>
              <a:t>HTTP </a:t>
            </a:r>
          </a:p>
          <a:p>
            <a:pPr marL="700023" lvl="1" indent="-342900"/>
            <a:r>
              <a:rPr lang="en-US" sz="2000" dirty="0"/>
              <a:t>REST API</a:t>
            </a:r>
            <a:endParaRPr lang="en-US" altLang="ja-JP" sz="2000" dirty="0"/>
          </a:p>
          <a:p>
            <a:pPr marL="700023" lvl="1" indent="-342900"/>
            <a:r>
              <a:rPr lang="en-US" sz="2000" dirty="0"/>
              <a:t>REST API</a:t>
            </a:r>
            <a:r>
              <a:rPr lang="ja-JP" altLang="en-US" sz="2000"/>
              <a:t>における</a:t>
            </a:r>
            <a:r>
              <a:rPr lang="en-US" altLang="ja-JP" sz="2000" dirty="0"/>
              <a:t>URL</a:t>
            </a:r>
            <a:endParaRPr lang="en-US" sz="2000" dirty="0"/>
          </a:p>
          <a:p>
            <a:pPr marL="700023" lvl="1" indent="-342900"/>
            <a:r>
              <a:rPr lang="ja-JP" altLang="en-US" sz="2000"/>
              <a:t>命令の種類</a:t>
            </a:r>
            <a:r>
              <a:rPr lang="en-US" altLang="ja-JP" sz="2000" dirty="0"/>
              <a:t> CRUD</a:t>
            </a:r>
          </a:p>
          <a:p>
            <a:pPr marL="700023" lvl="1" indent="-342900"/>
            <a:r>
              <a:rPr lang="ja-JP" altLang="en-US" sz="2000"/>
              <a:t>命令の実行結果</a:t>
            </a:r>
            <a:r>
              <a:rPr lang="en-US" altLang="ja-JP" sz="2000" dirty="0"/>
              <a:t> HTTP Response Code</a:t>
            </a:r>
          </a:p>
          <a:p>
            <a:pPr marL="700023" lvl="1" indent="-342900"/>
            <a:r>
              <a:rPr lang="ja-JP" altLang="en-US" sz="2000"/>
              <a:t>サーバーとデータ形式</a:t>
            </a:r>
            <a:r>
              <a:rPr lang="en-US" altLang="ja-JP" sz="2000" dirty="0"/>
              <a:t> JSON</a:t>
            </a:r>
          </a:p>
          <a:p>
            <a:pPr marL="700023" lvl="1" indent="-342900"/>
            <a:r>
              <a:rPr lang="en-US" altLang="ja-JP" sz="2000" dirty="0"/>
              <a:t>Japan SE Lab</a:t>
            </a:r>
            <a:r>
              <a:rPr lang="ja-JP" altLang="en-US" sz="2000"/>
              <a:t>での活用例。典型的なアプリケーションの構造</a:t>
            </a:r>
            <a:endParaRPr lang="en-US" altLang="ja-JP" sz="2000" dirty="0"/>
          </a:p>
        </p:txBody>
      </p:sp>
    </p:spTree>
    <p:extLst>
      <p:ext uri="{BB962C8B-B14F-4D97-AF65-F5344CB8AC3E}">
        <p14:creationId xmlns:p14="http://schemas.microsoft.com/office/powerpoint/2010/main" val="9344019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00000"/>
              </a:lnSpc>
            </a:pPr>
            <a:r>
              <a:rPr lang="en-US" sz="2400" dirty="0"/>
              <a:t>Agenda</a:t>
            </a:r>
          </a:p>
        </p:txBody>
      </p:sp>
      <p:sp>
        <p:nvSpPr>
          <p:cNvPr id="3" name="Content Placeholder 2"/>
          <p:cNvSpPr>
            <a:spLocks noGrp="1"/>
          </p:cNvSpPr>
          <p:nvPr>
            <p:ph idx="1"/>
          </p:nvPr>
        </p:nvSpPr>
        <p:spPr/>
        <p:txBody>
          <a:bodyPr/>
          <a:lstStyle/>
          <a:p>
            <a:pPr marL="342900" indent="-342900">
              <a:buFont typeface="Arial" panose="020B0604020202020204" pitchFamily="34" charset="0"/>
              <a:buChar char="•"/>
            </a:pPr>
            <a:r>
              <a:rPr lang="en-US" altLang="ja-JP" sz="2000" dirty="0"/>
              <a:t>13:30 – 15:00 (</a:t>
            </a:r>
            <a:r>
              <a:rPr lang="ja-JP" altLang="en-US" sz="2000"/>
              <a:t>演習前半。基礎編</a:t>
            </a:r>
            <a:r>
              <a:rPr lang="en-US" altLang="ja-JP" sz="2000" dirty="0"/>
              <a:t>)</a:t>
            </a:r>
          </a:p>
          <a:p>
            <a:pPr marL="700023" lvl="1" indent="-342900"/>
            <a:r>
              <a:rPr lang="en-US" altLang="ja-JP" sz="2000" dirty="0"/>
              <a:t>Python3</a:t>
            </a:r>
            <a:r>
              <a:rPr lang="ja-JP" altLang="en-US" sz="2000"/>
              <a:t>と</a:t>
            </a:r>
            <a:r>
              <a:rPr lang="en-US" altLang="ja-JP" sz="2000" dirty="0"/>
              <a:t>requests</a:t>
            </a:r>
            <a:r>
              <a:rPr lang="ja-JP" altLang="en-US" sz="2000"/>
              <a:t>のインストール</a:t>
            </a:r>
            <a:endParaRPr lang="en-US" altLang="ja-JP" sz="2000" dirty="0"/>
          </a:p>
          <a:p>
            <a:pPr marL="700023" lvl="1" indent="-342900"/>
            <a:r>
              <a:rPr lang="ja-JP" altLang="en-US" sz="2000"/>
              <a:t>演習</a:t>
            </a:r>
            <a:r>
              <a:rPr lang="en-US" altLang="ja-JP" sz="2000" dirty="0"/>
              <a:t>1: Nutanix</a:t>
            </a:r>
            <a:r>
              <a:rPr lang="ja-JP" altLang="en-US" sz="2000"/>
              <a:t>のクラスタに接続して、クラスタ情報を取得</a:t>
            </a:r>
            <a:endParaRPr lang="en-US" altLang="ja-JP" sz="2000" dirty="0"/>
          </a:p>
          <a:p>
            <a:pPr marL="700023" lvl="1" indent="-342900"/>
            <a:r>
              <a:rPr lang="ja-JP" altLang="en-US" sz="2000"/>
              <a:t>演習</a:t>
            </a:r>
            <a:r>
              <a:rPr lang="en-US" altLang="ja-JP" sz="2000" dirty="0"/>
              <a:t>2: JSON</a:t>
            </a:r>
            <a:r>
              <a:rPr lang="ja-JP" altLang="en-US" sz="2000"/>
              <a:t>の扱い</a:t>
            </a:r>
            <a:endParaRPr lang="en-US" altLang="ja-JP" sz="2000" dirty="0"/>
          </a:p>
          <a:p>
            <a:pPr marL="700023" lvl="1" indent="-342900"/>
            <a:r>
              <a:rPr lang="ja-JP" altLang="en-US" sz="2000"/>
              <a:t>演習</a:t>
            </a:r>
            <a:r>
              <a:rPr lang="en-US" altLang="ja-JP" sz="2000" dirty="0"/>
              <a:t>3: CRUD</a:t>
            </a:r>
            <a:r>
              <a:rPr lang="ja-JP" altLang="en-US" sz="2000"/>
              <a:t>でネットワークを取得、作成、更新、削除する</a:t>
            </a:r>
            <a:endParaRPr lang="en-US" altLang="ja-JP" sz="2000" dirty="0"/>
          </a:p>
          <a:p>
            <a:pPr marL="457200" indent="-457200">
              <a:buFont typeface="Arial" panose="020B0604020202020204" pitchFamily="34" charset="0"/>
              <a:buChar char="•"/>
            </a:pPr>
            <a:r>
              <a:rPr lang="en-US" altLang="ja-JP" sz="2000" dirty="0"/>
              <a:t>15:00 - 16:00 (</a:t>
            </a:r>
            <a:r>
              <a:rPr lang="ja-JP" altLang="en-US" sz="2000"/>
              <a:t>演習後半。発展編</a:t>
            </a:r>
            <a:r>
              <a:rPr lang="en-US" altLang="ja-JP" sz="2000" dirty="0"/>
              <a:t>)</a:t>
            </a:r>
          </a:p>
          <a:p>
            <a:pPr marL="700023" lvl="1" indent="-342900"/>
            <a:r>
              <a:rPr lang="ja-JP" altLang="en-US" sz="2000"/>
              <a:t>演習</a:t>
            </a:r>
            <a:r>
              <a:rPr lang="en-US" altLang="ja-JP" sz="2000" dirty="0"/>
              <a:t>4:</a:t>
            </a:r>
            <a:r>
              <a:rPr lang="ja-JP" altLang="en-US" sz="2000"/>
              <a:t>仮想マシンのイメージをイメージサービスに登録する</a:t>
            </a:r>
            <a:endParaRPr lang="en-US" altLang="ja-JP" sz="2000" dirty="0"/>
          </a:p>
          <a:p>
            <a:pPr marL="700023" lvl="1" indent="-342900"/>
            <a:r>
              <a:rPr lang="ja-JP" altLang="en-US" sz="2000"/>
              <a:t>演習</a:t>
            </a:r>
            <a:r>
              <a:rPr lang="en-US" altLang="ja-JP" sz="2000" dirty="0"/>
              <a:t>5:</a:t>
            </a:r>
            <a:r>
              <a:rPr lang="ja-JP" altLang="en-US" sz="2000"/>
              <a:t>仮想マシンをイメージから作成する</a:t>
            </a:r>
            <a:endParaRPr lang="en-US" altLang="ja-JP" sz="2000" dirty="0"/>
          </a:p>
        </p:txBody>
      </p:sp>
    </p:spTree>
    <p:extLst>
      <p:ext uri="{BB962C8B-B14F-4D97-AF65-F5344CB8AC3E}">
        <p14:creationId xmlns:p14="http://schemas.microsoft.com/office/powerpoint/2010/main" val="32651731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00000"/>
              </a:lnSpc>
            </a:pPr>
            <a:r>
              <a:rPr lang="en-US" sz="2400" dirty="0"/>
              <a:t>REST API </a:t>
            </a:r>
            <a:r>
              <a:rPr lang="ja-JP" altLang="en-US" sz="2400"/>
              <a:t>を使う</a:t>
            </a:r>
            <a:r>
              <a:rPr lang="en-US" sz="2400" dirty="0"/>
              <a:t>Prism</a:t>
            </a:r>
          </a:p>
        </p:txBody>
      </p:sp>
      <p:pic>
        <p:nvPicPr>
          <p:cNvPr id="9" name="Picture 8">
            <a:extLst>
              <a:ext uri="{FF2B5EF4-FFF2-40B4-BE49-F238E27FC236}">
                <a16:creationId xmlns:a16="http://schemas.microsoft.com/office/drawing/2014/main" id="{98963AB1-7AF8-824D-BBA4-13337B9E71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21763" y="1631362"/>
            <a:ext cx="5787725" cy="3406767"/>
          </a:xfrm>
          <a:prstGeom prst="rect">
            <a:avLst/>
          </a:prstGeom>
        </p:spPr>
      </p:pic>
      <p:pic>
        <p:nvPicPr>
          <p:cNvPr id="10" name="Picture 9">
            <a:extLst>
              <a:ext uri="{FF2B5EF4-FFF2-40B4-BE49-F238E27FC236}">
                <a16:creationId xmlns:a16="http://schemas.microsoft.com/office/drawing/2014/main" id="{602D639E-B1EA-334A-9ED8-A760FB4FD2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512" y="700755"/>
            <a:ext cx="5097749" cy="3878722"/>
          </a:xfrm>
          <a:prstGeom prst="rect">
            <a:avLst/>
          </a:prstGeom>
        </p:spPr>
      </p:pic>
      <p:sp>
        <p:nvSpPr>
          <p:cNvPr id="11" name="Rectangle 10">
            <a:extLst>
              <a:ext uri="{FF2B5EF4-FFF2-40B4-BE49-F238E27FC236}">
                <a16:creationId xmlns:a16="http://schemas.microsoft.com/office/drawing/2014/main" id="{22B49EB2-ED37-8846-A60F-21B84E212994}"/>
              </a:ext>
            </a:extLst>
          </p:cNvPr>
          <p:cNvSpPr/>
          <p:nvPr/>
        </p:nvSpPr>
        <p:spPr bwMode="gray">
          <a:xfrm>
            <a:off x="5990603" y="3922520"/>
            <a:ext cx="3076486" cy="1153682"/>
          </a:xfrm>
          <a:prstGeom prst="rect">
            <a:avLst/>
          </a:prstGeom>
          <a:noFill/>
          <a:ln w="38100">
            <a:solidFill>
              <a:srgbClr val="FF0000"/>
            </a:solidFill>
          </a:ln>
          <a:scene3d>
            <a:camera prst="orthographicFront"/>
            <a:lightRig rig="threePt" dir="t"/>
          </a:scene3d>
          <a:sp3d prstMaterial="plastic">
            <a:bevelT w="19050" h="6350"/>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solidFill>
                <a:srgbClr val="C7C9CC"/>
              </a:solidFill>
              <a:latin typeface="+mj-lt"/>
              <a:cs typeface="Arial" pitchFamily="34" charset="0"/>
            </a:endParaRPr>
          </a:p>
        </p:txBody>
      </p:sp>
      <p:sp>
        <p:nvSpPr>
          <p:cNvPr id="12" name="TextBox 11">
            <a:extLst>
              <a:ext uri="{FF2B5EF4-FFF2-40B4-BE49-F238E27FC236}">
                <a16:creationId xmlns:a16="http://schemas.microsoft.com/office/drawing/2014/main" id="{7A20C409-8B8F-8343-A684-517C8132A925}"/>
              </a:ext>
            </a:extLst>
          </p:cNvPr>
          <p:cNvSpPr txBox="1"/>
          <p:nvPr/>
        </p:nvSpPr>
        <p:spPr>
          <a:xfrm>
            <a:off x="4084890" y="324740"/>
            <a:ext cx="1172116" cy="369332"/>
          </a:xfrm>
          <a:prstGeom prst="rect">
            <a:avLst/>
          </a:prstGeom>
          <a:noFill/>
        </p:spPr>
        <p:txBody>
          <a:bodyPr wrap="none" rtlCol="0">
            <a:spAutoFit/>
          </a:bodyPr>
          <a:lstStyle/>
          <a:p>
            <a:r>
              <a:rPr lang="en-US" dirty="0">
                <a:solidFill>
                  <a:schemeClr val="tx1">
                    <a:lumMod val="65000"/>
                    <a:lumOff val="35000"/>
                  </a:schemeClr>
                </a:solidFill>
                <a:latin typeface="+mj-lt"/>
                <a:ea typeface="+mn-ea"/>
                <a:cs typeface="Arial" pitchFamily="34" charset="0"/>
              </a:rPr>
              <a:t>Prism</a:t>
            </a:r>
            <a:r>
              <a:rPr lang="ja-JP" altLang="en-US">
                <a:solidFill>
                  <a:schemeClr val="tx1">
                    <a:lumMod val="65000"/>
                    <a:lumOff val="35000"/>
                  </a:schemeClr>
                </a:solidFill>
                <a:latin typeface="+mj-lt"/>
                <a:ea typeface="+mn-ea"/>
                <a:cs typeface="Arial" pitchFamily="34" charset="0"/>
              </a:rPr>
              <a:t>画面</a:t>
            </a:r>
            <a:endParaRPr lang="en-US" dirty="0" err="1">
              <a:solidFill>
                <a:schemeClr val="tx1">
                  <a:lumMod val="65000"/>
                  <a:lumOff val="35000"/>
                </a:schemeClr>
              </a:solidFill>
              <a:latin typeface="+mj-lt"/>
              <a:ea typeface="+mn-ea"/>
              <a:cs typeface="Arial" pitchFamily="34" charset="0"/>
            </a:endParaRPr>
          </a:p>
        </p:txBody>
      </p:sp>
      <p:sp>
        <p:nvSpPr>
          <p:cNvPr id="13" name="TextBox 12">
            <a:extLst>
              <a:ext uri="{FF2B5EF4-FFF2-40B4-BE49-F238E27FC236}">
                <a16:creationId xmlns:a16="http://schemas.microsoft.com/office/drawing/2014/main" id="{20223B60-3BAD-0B47-A278-ABD9DCF36A7F}"/>
              </a:ext>
            </a:extLst>
          </p:cNvPr>
          <p:cNvSpPr txBox="1"/>
          <p:nvPr/>
        </p:nvSpPr>
        <p:spPr>
          <a:xfrm>
            <a:off x="5748603" y="941945"/>
            <a:ext cx="3082382" cy="646331"/>
          </a:xfrm>
          <a:prstGeom prst="rect">
            <a:avLst/>
          </a:prstGeom>
          <a:noFill/>
        </p:spPr>
        <p:txBody>
          <a:bodyPr wrap="none" rtlCol="0">
            <a:spAutoFit/>
          </a:bodyPr>
          <a:lstStyle/>
          <a:p>
            <a:r>
              <a:rPr lang="en-US" dirty="0">
                <a:solidFill>
                  <a:schemeClr val="tx1">
                    <a:lumMod val="65000"/>
                    <a:lumOff val="35000"/>
                  </a:schemeClr>
                </a:solidFill>
                <a:latin typeface="+mj-lt"/>
                <a:ea typeface="+mn-ea"/>
                <a:cs typeface="Arial" pitchFamily="34" charset="0"/>
              </a:rPr>
              <a:t>Prism</a:t>
            </a:r>
            <a:r>
              <a:rPr lang="ja-JP" altLang="en-US">
                <a:solidFill>
                  <a:schemeClr val="tx1">
                    <a:lumMod val="65000"/>
                    <a:lumOff val="35000"/>
                  </a:schemeClr>
                </a:solidFill>
                <a:latin typeface="+mj-lt"/>
                <a:ea typeface="+mn-ea"/>
                <a:cs typeface="Arial" pitchFamily="34" charset="0"/>
              </a:rPr>
              <a:t>の通信</a:t>
            </a:r>
            <a:endParaRPr lang="en-US" altLang="ja-JP" dirty="0">
              <a:solidFill>
                <a:schemeClr val="tx1">
                  <a:lumMod val="65000"/>
                  <a:lumOff val="35000"/>
                </a:schemeClr>
              </a:solidFill>
              <a:latin typeface="+mj-lt"/>
              <a:ea typeface="+mn-ea"/>
              <a:cs typeface="Arial" pitchFamily="34" charset="0"/>
            </a:endParaRPr>
          </a:p>
          <a:p>
            <a:r>
              <a:rPr lang="en-US" altLang="ja-JP" dirty="0">
                <a:solidFill>
                  <a:schemeClr val="tx1">
                    <a:lumMod val="65000"/>
                    <a:lumOff val="35000"/>
                  </a:schemeClr>
                </a:solidFill>
                <a:latin typeface="+mj-lt"/>
                <a:ea typeface="+mn-ea"/>
                <a:cs typeface="Arial" pitchFamily="34" charset="0"/>
              </a:rPr>
              <a:t>(Chrome</a:t>
            </a:r>
            <a:r>
              <a:rPr lang="ja-JP" altLang="en-US">
                <a:solidFill>
                  <a:schemeClr val="tx1">
                    <a:lumMod val="65000"/>
                    <a:lumOff val="35000"/>
                  </a:schemeClr>
                </a:solidFill>
                <a:latin typeface="+mj-lt"/>
                <a:ea typeface="+mn-ea"/>
                <a:cs typeface="Arial" pitchFamily="34" charset="0"/>
              </a:rPr>
              <a:t>の開発ツールで確認</a:t>
            </a:r>
            <a:r>
              <a:rPr lang="en-US" altLang="ja-JP" dirty="0">
                <a:solidFill>
                  <a:schemeClr val="tx1">
                    <a:lumMod val="65000"/>
                    <a:lumOff val="35000"/>
                  </a:schemeClr>
                </a:solidFill>
                <a:latin typeface="+mj-lt"/>
                <a:ea typeface="+mn-ea"/>
                <a:cs typeface="Arial" pitchFamily="34" charset="0"/>
              </a:rPr>
              <a:t>)</a:t>
            </a:r>
            <a:endParaRPr lang="en-US" dirty="0">
              <a:solidFill>
                <a:schemeClr val="tx1">
                  <a:lumMod val="65000"/>
                  <a:lumOff val="35000"/>
                </a:schemeClr>
              </a:solidFill>
              <a:latin typeface="+mj-lt"/>
              <a:ea typeface="+mn-ea"/>
              <a:cs typeface="Arial" pitchFamily="34" charset="0"/>
            </a:endParaRPr>
          </a:p>
        </p:txBody>
      </p:sp>
      <p:sp>
        <p:nvSpPr>
          <p:cNvPr id="3" name="TextBox 2">
            <a:extLst>
              <a:ext uri="{FF2B5EF4-FFF2-40B4-BE49-F238E27FC236}">
                <a16:creationId xmlns:a16="http://schemas.microsoft.com/office/drawing/2014/main" id="{110CA4CE-2DFE-E04F-A69A-A09683EF7FEB}"/>
              </a:ext>
            </a:extLst>
          </p:cNvPr>
          <p:cNvSpPr txBox="1"/>
          <p:nvPr/>
        </p:nvSpPr>
        <p:spPr>
          <a:xfrm>
            <a:off x="7418218" y="3501792"/>
            <a:ext cx="1657185" cy="369332"/>
          </a:xfrm>
          <a:prstGeom prst="rect">
            <a:avLst/>
          </a:prstGeom>
          <a:solidFill>
            <a:schemeClr val="bg1"/>
          </a:solidFill>
        </p:spPr>
        <p:txBody>
          <a:bodyPr wrap="none" rtlCol="0">
            <a:spAutoFit/>
          </a:bodyPr>
          <a:lstStyle/>
          <a:p>
            <a:r>
              <a:rPr lang="en-US" dirty="0">
                <a:solidFill>
                  <a:srgbClr val="FF0000"/>
                </a:solidFill>
                <a:latin typeface="+mj-lt"/>
                <a:ea typeface="+mn-ea"/>
                <a:cs typeface="Arial" pitchFamily="34" charset="0"/>
              </a:rPr>
              <a:t>REST API</a:t>
            </a:r>
            <a:r>
              <a:rPr lang="ja-JP" altLang="en-US">
                <a:solidFill>
                  <a:srgbClr val="FF0000"/>
                </a:solidFill>
                <a:latin typeface="+mj-lt"/>
                <a:ea typeface="+mn-ea"/>
                <a:cs typeface="Arial" pitchFamily="34" charset="0"/>
              </a:rPr>
              <a:t>を利用</a:t>
            </a:r>
            <a:endParaRPr lang="en-US" dirty="0" err="1">
              <a:solidFill>
                <a:srgbClr val="FF0000"/>
              </a:solidFill>
              <a:latin typeface="+mj-lt"/>
              <a:ea typeface="+mn-ea"/>
              <a:cs typeface="Arial" pitchFamily="34" charset="0"/>
            </a:endParaRPr>
          </a:p>
        </p:txBody>
      </p:sp>
    </p:spTree>
    <p:extLst>
      <p:ext uri="{BB962C8B-B14F-4D97-AF65-F5344CB8AC3E}">
        <p14:creationId xmlns:p14="http://schemas.microsoft.com/office/powerpoint/2010/main" val="26380888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00000"/>
              </a:lnSpc>
            </a:pPr>
            <a:r>
              <a:rPr lang="en-US" altLang="ja-JP" sz="2400" dirty="0"/>
              <a:t>HTTP : </a:t>
            </a:r>
            <a:r>
              <a:rPr lang="en-US" sz="2400" dirty="0"/>
              <a:t>Prism(</a:t>
            </a:r>
            <a:r>
              <a:rPr lang="ja-JP" altLang="en-US" sz="2400"/>
              <a:t>ブラウザ</a:t>
            </a:r>
            <a:r>
              <a:rPr lang="en-US" sz="2400" dirty="0"/>
              <a:t>)</a:t>
            </a:r>
            <a:r>
              <a:rPr lang="ja-JP" altLang="en-US" sz="2400"/>
              <a:t>とクラスターの通信</a:t>
            </a:r>
            <a:endParaRPr lang="en-US" sz="2400" dirty="0"/>
          </a:p>
        </p:txBody>
      </p:sp>
      <p:sp>
        <p:nvSpPr>
          <p:cNvPr id="3" name="Content Placeholder 2"/>
          <p:cNvSpPr>
            <a:spLocks noGrp="1"/>
          </p:cNvSpPr>
          <p:nvPr>
            <p:ph idx="1"/>
          </p:nvPr>
        </p:nvSpPr>
        <p:spPr>
          <a:xfrm>
            <a:off x="532367" y="1049149"/>
            <a:ext cx="8259294" cy="1360765"/>
          </a:xfrm>
        </p:spPr>
        <p:txBody>
          <a:bodyPr/>
          <a:lstStyle/>
          <a:p>
            <a:pPr marL="342900" indent="-342900">
              <a:buFont typeface="Arial" panose="020B0604020202020204" pitchFamily="34" charset="0"/>
              <a:buChar char="•"/>
            </a:pPr>
            <a:r>
              <a:rPr lang="ja-JP" altLang="en-US" sz="2000"/>
              <a:t>プロトコル</a:t>
            </a:r>
            <a:r>
              <a:rPr lang="en-US" altLang="ja-JP" sz="2000" dirty="0"/>
              <a:t> : </a:t>
            </a:r>
            <a:r>
              <a:rPr lang="ja-JP" altLang="en-US" sz="2000"/>
              <a:t>異なるマシン間で意思疎通するためのルール</a:t>
            </a:r>
            <a:r>
              <a:rPr lang="en-US" altLang="ja-JP" sz="2000" dirty="0"/>
              <a:t>(</a:t>
            </a:r>
            <a:r>
              <a:rPr lang="ja-JP" altLang="en-US" sz="2000"/>
              <a:t>言語</a:t>
            </a:r>
            <a:r>
              <a:rPr lang="en-US" altLang="ja-JP" sz="2000" dirty="0"/>
              <a:t>)</a:t>
            </a:r>
          </a:p>
          <a:p>
            <a:pPr marL="342900" indent="-342900">
              <a:buFont typeface="Arial" panose="020B0604020202020204" pitchFamily="34" charset="0"/>
              <a:buChar char="•"/>
            </a:pPr>
            <a:r>
              <a:rPr lang="en-US" altLang="ja-JP" sz="2000" dirty="0"/>
              <a:t>HTTP : Web</a:t>
            </a:r>
            <a:r>
              <a:rPr lang="ja-JP" altLang="en-US" sz="2000"/>
              <a:t>で利用する主要なプロトコル。ブラウザが利用</a:t>
            </a:r>
            <a:r>
              <a:rPr lang="en-US" altLang="ja-JP" sz="2000" dirty="0"/>
              <a:t> </a:t>
            </a:r>
          </a:p>
        </p:txBody>
      </p:sp>
      <p:pic>
        <p:nvPicPr>
          <p:cNvPr id="5" name="Picture 4">
            <a:extLst>
              <a:ext uri="{FF2B5EF4-FFF2-40B4-BE49-F238E27FC236}">
                <a16:creationId xmlns:a16="http://schemas.microsoft.com/office/drawing/2014/main" id="{884642E4-84C0-C54E-ABA3-5EAEE30480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9068" y="2153514"/>
            <a:ext cx="2231401" cy="2231401"/>
          </a:xfrm>
          <a:prstGeom prst="rect">
            <a:avLst/>
          </a:prstGeom>
        </p:spPr>
      </p:pic>
      <p:pic>
        <p:nvPicPr>
          <p:cNvPr id="6" name="Picture 5">
            <a:extLst>
              <a:ext uri="{FF2B5EF4-FFF2-40B4-BE49-F238E27FC236}">
                <a16:creationId xmlns:a16="http://schemas.microsoft.com/office/drawing/2014/main" id="{28B373D5-3306-7945-9B18-6EF8C36E6F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5295" y="2606473"/>
            <a:ext cx="1902806" cy="1605541"/>
          </a:xfrm>
          <a:prstGeom prst="rect">
            <a:avLst/>
          </a:prstGeom>
        </p:spPr>
      </p:pic>
      <p:pic>
        <p:nvPicPr>
          <p:cNvPr id="8" name="Picture 7">
            <a:extLst>
              <a:ext uri="{FF2B5EF4-FFF2-40B4-BE49-F238E27FC236}">
                <a16:creationId xmlns:a16="http://schemas.microsoft.com/office/drawing/2014/main" id="{A5EBB2F2-9A27-3D4D-8481-F5269C658DE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15585" y="3056229"/>
            <a:ext cx="2559347" cy="706027"/>
          </a:xfrm>
          <a:prstGeom prst="rect">
            <a:avLst/>
          </a:prstGeom>
        </p:spPr>
      </p:pic>
      <p:sp>
        <p:nvSpPr>
          <p:cNvPr id="9" name="TextBox 8">
            <a:extLst>
              <a:ext uri="{FF2B5EF4-FFF2-40B4-BE49-F238E27FC236}">
                <a16:creationId xmlns:a16="http://schemas.microsoft.com/office/drawing/2014/main" id="{14AE344A-C7D3-E54C-B066-6D8A75871914}"/>
              </a:ext>
            </a:extLst>
          </p:cNvPr>
          <p:cNvSpPr txBox="1"/>
          <p:nvPr/>
        </p:nvSpPr>
        <p:spPr>
          <a:xfrm>
            <a:off x="469068" y="4480307"/>
            <a:ext cx="2319866" cy="369332"/>
          </a:xfrm>
          <a:prstGeom prst="rect">
            <a:avLst/>
          </a:prstGeom>
          <a:noFill/>
        </p:spPr>
        <p:txBody>
          <a:bodyPr wrap="none" rtlCol="0">
            <a:spAutoFit/>
          </a:bodyPr>
          <a:lstStyle/>
          <a:p>
            <a:r>
              <a:rPr lang="ja-JP" altLang="en-US">
                <a:solidFill>
                  <a:schemeClr val="tx1">
                    <a:lumMod val="65000"/>
                    <a:lumOff val="35000"/>
                  </a:schemeClr>
                </a:solidFill>
                <a:latin typeface="+mj-lt"/>
                <a:ea typeface="+mn-ea"/>
                <a:cs typeface="Arial" pitchFamily="34" charset="0"/>
              </a:rPr>
              <a:t>ブラウザ</a:t>
            </a:r>
            <a:r>
              <a:rPr lang="en-US" altLang="ja-JP" dirty="0">
                <a:solidFill>
                  <a:schemeClr val="tx1">
                    <a:lumMod val="65000"/>
                    <a:lumOff val="35000"/>
                  </a:schemeClr>
                </a:solidFill>
                <a:latin typeface="+mj-lt"/>
                <a:ea typeface="+mn-ea"/>
                <a:cs typeface="Arial" pitchFamily="34" charset="0"/>
              </a:rPr>
              <a:t>(</a:t>
            </a:r>
            <a:r>
              <a:rPr lang="ja-JP" altLang="en-US">
                <a:solidFill>
                  <a:schemeClr val="tx1">
                    <a:lumMod val="65000"/>
                    <a:lumOff val="35000"/>
                  </a:schemeClr>
                </a:solidFill>
                <a:latin typeface="+mj-lt"/>
                <a:ea typeface="+mn-ea"/>
                <a:cs typeface="Arial" pitchFamily="34" charset="0"/>
              </a:rPr>
              <a:t>クライアント</a:t>
            </a:r>
            <a:r>
              <a:rPr lang="en-US" altLang="ja-JP" dirty="0">
                <a:solidFill>
                  <a:schemeClr val="tx1">
                    <a:lumMod val="65000"/>
                    <a:lumOff val="35000"/>
                  </a:schemeClr>
                </a:solidFill>
                <a:latin typeface="+mj-lt"/>
                <a:ea typeface="+mn-ea"/>
                <a:cs typeface="Arial" pitchFamily="34" charset="0"/>
              </a:rPr>
              <a:t>)</a:t>
            </a:r>
            <a:endParaRPr lang="en-US" dirty="0">
              <a:solidFill>
                <a:schemeClr val="tx1">
                  <a:lumMod val="65000"/>
                  <a:lumOff val="35000"/>
                </a:schemeClr>
              </a:solidFill>
              <a:latin typeface="+mj-lt"/>
              <a:ea typeface="+mn-ea"/>
              <a:cs typeface="Arial" pitchFamily="34" charset="0"/>
            </a:endParaRPr>
          </a:p>
        </p:txBody>
      </p:sp>
      <p:sp>
        <p:nvSpPr>
          <p:cNvPr id="10" name="TextBox 9">
            <a:extLst>
              <a:ext uri="{FF2B5EF4-FFF2-40B4-BE49-F238E27FC236}">
                <a16:creationId xmlns:a16="http://schemas.microsoft.com/office/drawing/2014/main" id="{60B8DA54-042C-1A42-A120-AD92C61E5BD5}"/>
              </a:ext>
            </a:extLst>
          </p:cNvPr>
          <p:cNvSpPr txBox="1"/>
          <p:nvPr/>
        </p:nvSpPr>
        <p:spPr>
          <a:xfrm>
            <a:off x="6466746" y="3847915"/>
            <a:ext cx="1959575" cy="369332"/>
          </a:xfrm>
          <a:prstGeom prst="rect">
            <a:avLst/>
          </a:prstGeom>
          <a:noFill/>
        </p:spPr>
        <p:txBody>
          <a:bodyPr wrap="none" rtlCol="0">
            <a:spAutoFit/>
          </a:bodyPr>
          <a:lstStyle/>
          <a:p>
            <a:r>
              <a:rPr lang="en-US" dirty="0">
                <a:solidFill>
                  <a:schemeClr val="tx1">
                    <a:lumMod val="65000"/>
                    <a:lumOff val="35000"/>
                  </a:schemeClr>
                </a:solidFill>
                <a:latin typeface="+mj-lt"/>
                <a:ea typeface="+mn-ea"/>
                <a:cs typeface="Arial" pitchFamily="34" charset="0"/>
              </a:rPr>
              <a:t>Nutanix(</a:t>
            </a:r>
            <a:r>
              <a:rPr lang="ja-JP" altLang="en-US">
                <a:solidFill>
                  <a:schemeClr val="tx1">
                    <a:lumMod val="65000"/>
                    <a:lumOff val="35000"/>
                  </a:schemeClr>
                </a:solidFill>
                <a:latin typeface="+mj-lt"/>
                <a:ea typeface="+mn-ea"/>
                <a:cs typeface="Arial" pitchFamily="34" charset="0"/>
              </a:rPr>
              <a:t>サーバー</a:t>
            </a:r>
            <a:r>
              <a:rPr lang="en-US" dirty="0">
                <a:solidFill>
                  <a:schemeClr val="tx1">
                    <a:lumMod val="65000"/>
                    <a:lumOff val="35000"/>
                  </a:schemeClr>
                </a:solidFill>
                <a:latin typeface="+mj-lt"/>
                <a:ea typeface="+mn-ea"/>
                <a:cs typeface="Arial" pitchFamily="34" charset="0"/>
              </a:rPr>
              <a:t>)</a:t>
            </a:r>
          </a:p>
        </p:txBody>
      </p:sp>
      <p:sp>
        <p:nvSpPr>
          <p:cNvPr id="11" name="Cloud 10">
            <a:extLst>
              <a:ext uri="{FF2B5EF4-FFF2-40B4-BE49-F238E27FC236}">
                <a16:creationId xmlns:a16="http://schemas.microsoft.com/office/drawing/2014/main" id="{EC1F17D8-1ABE-E04A-8CA5-C977865E666A}"/>
              </a:ext>
            </a:extLst>
          </p:cNvPr>
          <p:cNvSpPr/>
          <p:nvPr/>
        </p:nvSpPr>
        <p:spPr bwMode="gray">
          <a:xfrm>
            <a:off x="3429244" y="2967549"/>
            <a:ext cx="2005881" cy="977393"/>
          </a:xfrm>
          <a:prstGeom prst="cloud">
            <a:avLst/>
          </a:prstGeom>
          <a:solidFill>
            <a:schemeClr val="bg1">
              <a:lumMod val="85000"/>
            </a:schemeClr>
          </a:solidFill>
          <a:ln>
            <a:noFill/>
          </a:ln>
          <a:scene3d>
            <a:camera prst="orthographicFront"/>
            <a:lightRig rig="threePt" dir="t"/>
          </a:scene3d>
          <a:sp3d prstMaterial="plastic">
            <a:bevelT w="19050" h="6350"/>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solidFill>
                <a:srgbClr val="C7C9CC"/>
              </a:solidFill>
              <a:latin typeface="+mj-lt"/>
              <a:cs typeface="Arial" pitchFamily="34" charset="0"/>
            </a:endParaRPr>
          </a:p>
        </p:txBody>
      </p:sp>
      <p:sp>
        <p:nvSpPr>
          <p:cNvPr id="12" name="Right Arrow 11">
            <a:extLst>
              <a:ext uri="{FF2B5EF4-FFF2-40B4-BE49-F238E27FC236}">
                <a16:creationId xmlns:a16="http://schemas.microsoft.com/office/drawing/2014/main" id="{CDEE4AD9-4CF1-004A-83AE-FF5AF2026176}"/>
              </a:ext>
            </a:extLst>
          </p:cNvPr>
          <p:cNvSpPr/>
          <p:nvPr/>
        </p:nvSpPr>
        <p:spPr bwMode="gray">
          <a:xfrm>
            <a:off x="2999574" y="2862314"/>
            <a:ext cx="2820112" cy="406900"/>
          </a:xfrm>
          <a:prstGeom prst="rightArrow">
            <a:avLst/>
          </a:prstGeom>
          <a:gradFill>
            <a:gsLst>
              <a:gs pos="0">
                <a:schemeClr val="accent1"/>
              </a:gs>
              <a:gs pos="100000">
                <a:schemeClr val="accent1">
                  <a:lumMod val="86000"/>
                </a:schemeClr>
              </a:gs>
            </a:gsLst>
            <a:lin ang="5400000" scaled="0"/>
          </a:gradFill>
          <a:ln>
            <a:noFill/>
          </a:ln>
          <a:scene3d>
            <a:camera prst="orthographicFront"/>
            <a:lightRig rig="threePt" dir="t"/>
          </a:scene3d>
          <a:sp3d prstMaterial="plastic">
            <a:bevelT w="19050" h="6350"/>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solidFill>
                <a:srgbClr val="C7C9CC"/>
              </a:solidFill>
              <a:latin typeface="+mj-lt"/>
              <a:cs typeface="Arial" pitchFamily="34" charset="0"/>
            </a:endParaRPr>
          </a:p>
        </p:txBody>
      </p:sp>
      <p:sp>
        <p:nvSpPr>
          <p:cNvPr id="13" name="TextBox 12">
            <a:extLst>
              <a:ext uri="{FF2B5EF4-FFF2-40B4-BE49-F238E27FC236}">
                <a16:creationId xmlns:a16="http://schemas.microsoft.com/office/drawing/2014/main" id="{F917D373-EF01-7D43-9B34-244F85E97297}"/>
              </a:ext>
            </a:extLst>
          </p:cNvPr>
          <p:cNvSpPr txBox="1"/>
          <p:nvPr/>
        </p:nvSpPr>
        <p:spPr>
          <a:xfrm>
            <a:off x="2848643" y="2447489"/>
            <a:ext cx="3446713" cy="369332"/>
          </a:xfrm>
          <a:prstGeom prst="rect">
            <a:avLst/>
          </a:prstGeom>
          <a:noFill/>
        </p:spPr>
        <p:txBody>
          <a:bodyPr wrap="none" rtlCol="0">
            <a:spAutoFit/>
          </a:bodyPr>
          <a:lstStyle/>
          <a:p>
            <a:r>
              <a:rPr lang="en-US" dirty="0">
                <a:solidFill>
                  <a:schemeClr val="tx1">
                    <a:lumMod val="65000"/>
                    <a:lumOff val="35000"/>
                  </a:schemeClr>
                </a:solidFill>
                <a:latin typeface="+mj-lt"/>
                <a:ea typeface="+mn-ea"/>
                <a:cs typeface="Arial" pitchFamily="34" charset="0"/>
              </a:rPr>
              <a:t>HTTP</a:t>
            </a:r>
            <a:r>
              <a:rPr lang="ja-JP" altLang="en-US">
                <a:solidFill>
                  <a:schemeClr val="tx1">
                    <a:lumMod val="65000"/>
                    <a:lumOff val="35000"/>
                  </a:schemeClr>
                </a:solidFill>
                <a:latin typeface="+mj-lt"/>
                <a:ea typeface="+mn-ea"/>
                <a:cs typeface="Arial" pitchFamily="34" charset="0"/>
              </a:rPr>
              <a:t>リクエスト</a:t>
            </a:r>
            <a:r>
              <a:rPr lang="en-US" altLang="ja-JP" dirty="0">
                <a:solidFill>
                  <a:schemeClr val="tx1">
                    <a:lumMod val="65000"/>
                    <a:lumOff val="35000"/>
                  </a:schemeClr>
                </a:solidFill>
                <a:latin typeface="+mj-lt"/>
                <a:ea typeface="+mn-ea"/>
                <a:cs typeface="Arial" pitchFamily="34" charset="0"/>
              </a:rPr>
              <a:t>(</a:t>
            </a:r>
            <a:r>
              <a:rPr lang="ja-JP" altLang="en-US">
                <a:solidFill>
                  <a:schemeClr val="tx1">
                    <a:lumMod val="65000"/>
                    <a:lumOff val="35000"/>
                  </a:schemeClr>
                </a:solidFill>
                <a:latin typeface="+mj-lt"/>
                <a:ea typeface="+mn-ea"/>
                <a:cs typeface="Arial" pitchFamily="34" charset="0"/>
              </a:rPr>
              <a:t>要求</a:t>
            </a:r>
            <a:r>
              <a:rPr lang="en-US" altLang="ja-JP" dirty="0">
                <a:solidFill>
                  <a:schemeClr val="tx1">
                    <a:lumMod val="65000"/>
                    <a:lumOff val="35000"/>
                  </a:schemeClr>
                </a:solidFill>
                <a:latin typeface="+mj-lt"/>
                <a:ea typeface="+mn-ea"/>
                <a:cs typeface="Arial" pitchFamily="34" charset="0"/>
              </a:rPr>
              <a:t>) : VM</a:t>
            </a:r>
            <a:r>
              <a:rPr lang="ja-JP" altLang="en-US">
                <a:solidFill>
                  <a:schemeClr val="tx1">
                    <a:lumMod val="65000"/>
                    <a:lumOff val="35000"/>
                  </a:schemeClr>
                </a:solidFill>
                <a:latin typeface="+mj-lt"/>
                <a:ea typeface="+mn-ea"/>
                <a:cs typeface="Arial" pitchFamily="34" charset="0"/>
              </a:rPr>
              <a:t>作って</a:t>
            </a:r>
            <a:endParaRPr lang="en-US" dirty="0">
              <a:solidFill>
                <a:schemeClr val="tx1">
                  <a:lumMod val="65000"/>
                  <a:lumOff val="35000"/>
                </a:schemeClr>
              </a:solidFill>
              <a:latin typeface="+mj-lt"/>
              <a:ea typeface="+mn-ea"/>
              <a:cs typeface="Arial" pitchFamily="34" charset="0"/>
            </a:endParaRPr>
          </a:p>
        </p:txBody>
      </p:sp>
      <p:sp>
        <p:nvSpPr>
          <p:cNvPr id="14" name="Right Arrow 13">
            <a:extLst>
              <a:ext uri="{FF2B5EF4-FFF2-40B4-BE49-F238E27FC236}">
                <a16:creationId xmlns:a16="http://schemas.microsoft.com/office/drawing/2014/main" id="{DCB9E2C7-2F45-B344-A06A-B60D016F4426}"/>
              </a:ext>
            </a:extLst>
          </p:cNvPr>
          <p:cNvSpPr/>
          <p:nvPr/>
        </p:nvSpPr>
        <p:spPr bwMode="gray">
          <a:xfrm rot="10800000">
            <a:off x="2999574" y="3460959"/>
            <a:ext cx="2820112" cy="406900"/>
          </a:xfrm>
          <a:prstGeom prst="rightArrow">
            <a:avLst/>
          </a:prstGeom>
          <a:gradFill>
            <a:gsLst>
              <a:gs pos="0">
                <a:schemeClr val="accent1"/>
              </a:gs>
              <a:gs pos="100000">
                <a:schemeClr val="accent1">
                  <a:lumMod val="86000"/>
                </a:schemeClr>
              </a:gs>
            </a:gsLst>
            <a:lin ang="5400000" scaled="0"/>
          </a:gradFill>
          <a:ln>
            <a:noFill/>
          </a:ln>
          <a:scene3d>
            <a:camera prst="orthographicFront"/>
            <a:lightRig rig="threePt" dir="t"/>
          </a:scene3d>
          <a:sp3d prstMaterial="plastic">
            <a:bevelT w="19050" h="6350"/>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solidFill>
                <a:srgbClr val="C7C9CC"/>
              </a:solidFill>
              <a:latin typeface="+mj-lt"/>
              <a:cs typeface="Arial" pitchFamily="34" charset="0"/>
            </a:endParaRPr>
          </a:p>
        </p:txBody>
      </p:sp>
      <p:sp>
        <p:nvSpPr>
          <p:cNvPr id="15" name="TextBox 14">
            <a:extLst>
              <a:ext uri="{FF2B5EF4-FFF2-40B4-BE49-F238E27FC236}">
                <a16:creationId xmlns:a16="http://schemas.microsoft.com/office/drawing/2014/main" id="{F459D7A1-4A02-A243-8FD8-56EE70373369}"/>
              </a:ext>
            </a:extLst>
          </p:cNvPr>
          <p:cNvSpPr txBox="1"/>
          <p:nvPr/>
        </p:nvSpPr>
        <p:spPr>
          <a:xfrm>
            <a:off x="2844095" y="4035928"/>
            <a:ext cx="3432286" cy="369332"/>
          </a:xfrm>
          <a:prstGeom prst="rect">
            <a:avLst/>
          </a:prstGeom>
          <a:noFill/>
        </p:spPr>
        <p:txBody>
          <a:bodyPr wrap="none" rtlCol="0">
            <a:spAutoFit/>
          </a:bodyPr>
          <a:lstStyle/>
          <a:p>
            <a:r>
              <a:rPr lang="en-US" dirty="0">
                <a:solidFill>
                  <a:schemeClr val="tx1">
                    <a:lumMod val="65000"/>
                    <a:lumOff val="35000"/>
                  </a:schemeClr>
                </a:solidFill>
                <a:latin typeface="+mj-lt"/>
                <a:ea typeface="+mn-ea"/>
                <a:cs typeface="Arial" pitchFamily="34" charset="0"/>
              </a:rPr>
              <a:t>HTTP</a:t>
            </a:r>
            <a:r>
              <a:rPr lang="ja-JP" altLang="en-US">
                <a:solidFill>
                  <a:schemeClr val="tx1">
                    <a:lumMod val="65000"/>
                    <a:lumOff val="35000"/>
                  </a:schemeClr>
                </a:solidFill>
                <a:latin typeface="+mj-lt"/>
                <a:ea typeface="+mn-ea"/>
                <a:cs typeface="Arial" pitchFamily="34" charset="0"/>
              </a:rPr>
              <a:t>レスポンス</a:t>
            </a:r>
            <a:r>
              <a:rPr lang="en-US" altLang="ja-JP" dirty="0">
                <a:solidFill>
                  <a:schemeClr val="tx1">
                    <a:lumMod val="65000"/>
                    <a:lumOff val="35000"/>
                  </a:schemeClr>
                </a:solidFill>
                <a:latin typeface="+mj-lt"/>
                <a:ea typeface="+mn-ea"/>
                <a:cs typeface="Arial" pitchFamily="34" charset="0"/>
              </a:rPr>
              <a:t>(</a:t>
            </a:r>
            <a:r>
              <a:rPr lang="ja-JP" altLang="en-US">
                <a:solidFill>
                  <a:schemeClr val="tx1">
                    <a:lumMod val="65000"/>
                    <a:lumOff val="35000"/>
                  </a:schemeClr>
                </a:solidFill>
                <a:latin typeface="+mj-lt"/>
                <a:ea typeface="+mn-ea"/>
                <a:cs typeface="Arial" pitchFamily="34" charset="0"/>
              </a:rPr>
              <a:t>応答</a:t>
            </a:r>
            <a:r>
              <a:rPr lang="en-US" altLang="ja-JP" dirty="0">
                <a:solidFill>
                  <a:schemeClr val="tx1">
                    <a:lumMod val="65000"/>
                    <a:lumOff val="35000"/>
                  </a:schemeClr>
                </a:solidFill>
                <a:latin typeface="+mj-lt"/>
                <a:ea typeface="+mn-ea"/>
                <a:cs typeface="Arial" pitchFamily="34" charset="0"/>
              </a:rPr>
              <a:t>) : </a:t>
            </a:r>
            <a:r>
              <a:rPr lang="ja-JP" altLang="en-US">
                <a:solidFill>
                  <a:schemeClr val="tx1">
                    <a:lumMod val="65000"/>
                    <a:lumOff val="35000"/>
                  </a:schemeClr>
                </a:solidFill>
                <a:latin typeface="+mj-lt"/>
                <a:ea typeface="+mn-ea"/>
                <a:cs typeface="Arial" pitchFamily="34" charset="0"/>
              </a:rPr>
              <a:t>作ったよ</a:t>
            </a:r>
            <a:endParaRPr lang="en-US" dirty="0">
              <a:solidFill>
                <a:schemeClr val="tx1">
                  <a:lumMod val="65000"/>
                  <a:lumOff val="35000"/>
                </a:schemeClr>
              </a:solidFill>
              <a:latin typeface="+mj-lt"/>
              <a:ea typeface="+mn-ea"/>
              <a:cs typeface="Arial" pitchFamily="34" charset="0"/>
            </a:endParaRPr>
          </a:p>
        </p:txBody>
      </p:sp>
      <p:sp>
        <p:nvSpPr>
          <p:cNvPr id="16" name="TextBox 15">
            <a:extLst>
              <a:ext uri="{FF2B5EF4-FFF2-40B4-BE49-F238E27FC236}">
                <a16:creationId xmlns:a16="http://schemas.microsoft.com/office/drawing/2014/main" id="{97EA93F1-4BC4-EA45-BDAD-7C0DD9C60BFF}"/>
              </a:ext>
            </a:extLst>
          </p:cNvPr>
          <p:cNvSpPr txBox="1"/>
          <p:nvPr/>
        </p:nvSpPr>
        <p:spPr>
          <a:xfrm>
            <a:off x="3595358" y="3170463"/>
            <a:ext cx="1791452" cy="369332"/>
          </a:xfrm>
          <a:prstGeom prst="rect">
            <a:avLst/>
          </a:prstGeom>
          <a:noFill/>
        </p:spPr>
        <p:txBody>
          <a:bodyPr wrap="none" rtlCol="0">
            <a:spAutoFit/>
          </a:bodyPr>
          <a:lstStyle/>
          <a:p>
            <a:r>
              <a:rPr lang="en-US" dirty="0">
                <a:solidFill>
                  <a:schemeClr val="bg1">
                    <a:lumMod val="75000"/>
                  </a:schemeClr>
                </a:solidFill>
                <a:latin typeface="+mj-lt"/>
                <a:ea typeface="+mn-ea"/>
                <a:cs typeface="Arial" pitchFamily="34" charset="0"/>
              </a:rPr>
              <a:t>Network (TCP/IP)</a:t>
            </a:r>
          </a:p>
        </p:txBody>
      </p:sp>
    </p:spTree>
    <p:extLst>
      <p:ext uri="{BB962C8B-B14F-4D97-AF65-F5344CB8AC3E}">
        <p14:creationId xmlns:p14="http://schemas.microsoft.com/office/powerpoint/2010/main" val="42327843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00000"/>
              </a:lnSpc>
            </a:pPr>
            <a:r>
              <a:rPr lang="en-US" altLang="ja-JP" sz="2400" dirty="0"/>
              <a:t>REST API : HTTP</a:t>
            </a:r>
            <a:r>
              <a:rPr lang="ja-JP" altLang="en-US" sz="2400"/>
              <a:t>というルール上のより詳細なルール</a:t>
            </a:r>
            <a:endParaRPr lang="en-US" sz="2400" dirty="0"/>
          </a:p>
        </p:txBody>
      </p:sp>
      <p:sp>
        <p:nvSpPr>
          <p:cNvPr id="3" name="Content Placeholder 2"/>
          <p:cNvSpPr>
            <a:spLocks noGrp="1"/>
          </p:cNvSpPr>
          <p:nvPr>
            <p:ph idx="1"/>
          </p:nvPr>
        </p:nvSpPr>
        <p:spPr>
          <a:xfrm>
            <a:off x="532367" y="1049149"/>
            <a:ext cx="8259294" cy="1360765"/>
          </a:xfrm>
        </p:spPr>
        <p:txBody>
          <a:bodyPr/>
          <a:lstStyle/>
          <a:p>
            <a:pPr marL="342900" indent="-342900">
              <a:buFont typeface="Arial" panose="020B0604020202020204" pitchFamily="34" charset="0"/>
              <a:buChar char="•"/>
            </a:pPr>
            <a:r>
              <a:rPr lang="en-US" altLang="ja-JP" sz="2000" dirty="0"/>
              <a:t>Representational State Transfer (REST)</a:t>
            </a:r>
          </a:p>
          <a:p>
            <a:pPr marL="342900" indent="-342900">
              <a:buFont typeface="Arial" panose="020B0604020202020204" pitchFamily="34" charset="0"/>
              <a:buChar char="•"/>
            </a:pPr>
            <a:r>
              <a:rPr lang="en-US" altLang="ja-JP" sz="2000" dirty="0"/>
              <a:t>HTTP : </a:t>
            </a:r>
            <a:r>
              <a:rPr lang="ja-JP" altLang="en-US" sz="2000"/>
              <a:t>データ取得や依頼のためのざっくりしたルール</a:t>
            </a:r>
            <a:endParaRPr lang="en-US" altLang="ja-JP" sz="2000" dirty="0"/>
          </a:p>
          <a:p>
            <a:pPr marL="342900" indent="-342900">
              <a:buFont typeface="Arial" panose="020B0604020202020204" pitchFamily="34" charset="0"/>
              <a:buChar char="•"/>
            </a:pPr>
            <a:r>
              <a:rPr lang="en-US" altLang="ja-JP" sz="2000" dirty="0"/>
              <a:t>REST API : HTTP</a:t>
            </a:r>
            <a:r>
              <a:rPr lang="ja-JP" altLang="en-US" sz="2000"/>
              <a:t>を使って「何」を「どうする」かを表現する手法</a:t>
            </a:r>
            <a:endParaRPr lang="en-US" altLang="ja-JP" sz="2000" dirty="0"/>
          </a:p>
        </p:txBody>
      </p:sp>
      <p:pic>
        <p:nvPicPr>
          <p:cNvPr id="7" name="Picture 6">
            <a:extLst>
              <a:ext uri="{FF2B5EF4-FFF2-40B4-BE49-F238E27FC236}">
                <a16:creationId xmlns:a16="http://schemas.microsoft.com/office/drawing/2014/main" id="{F0F1F03C-9AB0-7A43-82EE-B89CD1CF99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6767" y="3140708"/>
            <a:ext cx="1866901" cy="1866901"/>
          </a:xfrm>
          <a:prstGeom prst="rect">
            <a:avLst/>
          </a:prstGeom>
        </p:spPr>
      </p:pic>
      <p:pic>
        <p:nvPicPr>
          <p:cNvPr id="18" name="Picture 17">
            <a:extLst>
              <a:ext uri="{FF2B5EF4-FFF2-40B4-BE49-F238E27FC236}">
                <a16:creationId xmlns:a16="http://schemas.microsoft.com/office/drawing/2014/main" id="{CC64A7D7-B2CF-FB44-9FFE-1DBFEE3B33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18321" y="3140708"/>
            <a:ext cx="1842657" cy="1547832"/>
          </a:xfrm>
          <a:prstGeom prst="rect">
            <a:avLst/>
          </a:prstGeom>
        </p:spPr>
      </p:pic>
      <p:sp>
        <p:nvSpPr>
          <p:cNvPr id="19" name="TextBox 18">
            <a:extLst>
              <a:ext uri="{FF2B5EF4-FFF2-40B4-BE49-F238E27FC236}">
                <a16:creationId xmlns:a16="http://schemas.microsoft.com/office/drawing/2014/main" id="{9D19447D-343B-B346-B249-6B8601052931}"/>
              </a:ext>
            </a:extLst>
          </p:cNvPr>
          <p:cNvSpPr txBox="1"/>
          <p:nvPr/>
        </p:nvSpPr>
        <p:spPr>
          <a:xfrm>
            <a:off x="1341058" y="2697608"/>
            <a:ext cx="1535933" cy="369332"/>
          </a:xfrm>
          <a:prstGeom prst="rect">
            <a:avLst/>
          </a:prstGeom>
          <a:noFill/>
        </p:spPr>
        <p:txBody>
          <a:bodyPr wrap="none" rtlCol="0">
            <a:spAutoFit/>
          </a:bodyPr>
          <a:lstStyle/>
          <a:p>
            <a:r>
              <a:rPr lang="en-US" dirty="0">
                <a:solidFill>
                  <a:schemeClr val="tx1">
                    <a:lumMod val="65000"/>
                    <a:lumOff val="35000"/>
                  </a:schemeClr>
                </a:solidFill>
                <a:latin typeface="+mj-lt"/>
                <a:ea typeface="+mn-ea"/>
                <a:cs typeface="Arial" pitchFamily="34" charset="0"/>
              </a:rPr>
              <a:t>HTTP : </a:t>
            </a:r>
            <a:r>
              <a:rPr lang="ja-JP" altLang="en-US">
                <a:solidFill>
                  <a:schemeClr val="tx1">
                    <a:lumMod val="65000"/>
                    <a:lumOff val="35000"/>
                  </a:schemeClr>
                </a:solidFill>
                <a:latin typeface="+mj-lt"/>
                <a:ea typeface="+mn-ea"/>
                <a:cs typeface="Arial" pitchFamily="34" charset="0"/>
              </a:rPr>
              <a:t>日本語</a:t>
            </a:r>
            <a:endParaRPr lang="en-US" dirty="0" err="1">
              <a:solidFill>
                <a:schemeClr val="tx1">
                  <a:lumMod val="65000"/>
                  <a:lumOff val="35000"/>
                </a:schemeClr>
              </a:solidFill>
              <a:latin typeface="+mj-lt"/>
              <a:ea typeface="+mn-ea"/>
              <a:cs typeface="Arial" pitchFamily="34" charset="0"/>
            </a:endParaRPr>
          </a:p>
        </p:txBody>
      </p:sp>
      <p:sp>
        <p:nvSpPr>
          <p:cNvPr id="21" name="TextBox 20">
            <a:extLst>
              <a:ext uri="{FF2B5EF4-FFF2-40B4-BE49-F238E27FC236}">
                <a16:creationId xmlns:a16="http://schemas.microsoft.com/office/drawing/2014/main" id="{AE14ADC9-4BFC-D24B-86C2-F919805D0B9F}"/>
              </a:ext>
            </a:extLst>
          </p:cNvPr>
          <p:cNvSpPr txBox="1"/>
          <p:nvPr/>
        </p:nvSpPr>
        <p:spPr>
          <a:xfrm>
            <a:off x="390248" y="2281163"/>
            <a:ext cx="3701013" cy="369332"/>
          </a:xfrm>
          <a:prstGeom prst="rect">
            <a:avLst/>
          </a:prstGeom>
          <a:noFill/>
        </p:spPr>
        <p:txBody>
          <a:bodyPr wrap="none" rtlCol="0">
            <a:spAutoFit/>
          </a:bodyPr>
          <a:lstStyle/>
          <a:p>
            <a:r>
              <a:rPr lang="en-US" dirty="0">
                <a:solidFill>
                  <a:schemeClr val="tx1">
                    <a:lumMod val="65000"/>
                    <a:lumOff val="35000"/>
                  </a:schemeClr>
                </a:solidFill>
                <a:latin typeface="+mj-lt"/>
                <a:ea typeface="+mn-ea"/>
                <a:cs typeface="Arial" pitchFamily="34" charset="0"/>
              </a:rPr>
              <a:t>REST API : </a:t>
            </a:r>
            <a:r>
              <a:rPr lang="ja-JP" altLang="en-US">
                <a:solidFill>
                  <a:schemeClr val="tx1">
                    <a:lumMod val="65000"/>
                    <a:lumOff val="35000"/>
                  </a:schemeClr>
                </a:solidFill>
                <a:latin typeface="+mj-lt"/>
                <a:ea typeface="+mn-ea"/>
                <a:cs typeface="Arial" pitchFamily="34" charset="0"/>
              </a:rPr>
              <a:t>競りのルール</a:t>
            </a:r>
            <a:r>
              <a:rPr lang="en-US" altLang="ja-JP" dirty="0">
                <a:solidFill>
                  <a:schemeClr val="tx1">
                    <a:lumMod val="65000"/>
                    <a:lumOff val="35000"/>
                  </a:schemeClr>
                </a:solidFill>
                <a:latin typeface="+mj-lt"/>
                <a:ea typeface="+mn-ea"/>
                <a:cs typeface="Arial" pitchFamily="34" charset="0"/>
              </a:rPr>
              <a:t>(</a:t>
            </a:r>
            <a:r>
              <a:rPr lang="ja-JP" altLang="en-US">
                <a:solidFill>
                  <a:schemeClr val="tx1">
                    <a:lumMod val="65000"/>
                    <a:lumOff val="35000"/>
                  </a:schemeClr>
                </a:solidFill>
                <a:latin typeface="+mj-lt"/>
                <a:ea typeface="+mn-ea"/>
                <a:cs typeface="Arial" pitchFamily="34" charset="0"/>
              </a:rPr>
              <a:t>入札、落札</a:t>
            </a:r>
            <a:r>
              <a:rPr lang="en-US" altLang="ja-JP" dirty="0">
                <a:solidFill>
                  <a:schemeClr val="tx1">
                    <a:lumMod val="65000"/>
                    <a:lumOff val="35000"/>
                  </a:schemeClr>
                </a:solidFill>
                <a:latin typeface="+mj-lt"/>
                <a:ea typeface="+mn-ea"/>
                <a:cs typeface="Arial" pitchFamily="34" charset="0"/>
              </a:rPr>
              <a:t>)</a:t>
            </a:r>
            <a:endParaRPr lang="en-US" dirty="0">
              <a:solidFill>
                <a:schemeClr val="tx1">
                  <a:lumMod val="65000"/>
                  <a:lumOff val="35000"/>
                </a:schemeClr>
              </a:solidFill>
              <a:latin typeface="+mj-lt"/>
              <a:ea typeface="+mn-ea"/>
              <a:cs typeface="Arial" pitchFamily="34" charset="0"/>
            </a:endParaRPr>
          </a:p>
        </p:txBody>
      </p:sp>
      <p:sp>
        <p:nvSpPr>
          <p:cNvPr id="22" name="TextBox 21">
            <a:extLst>
              <a:ext uri="{FF2B5EF4-FFF2-40B4-BE49-F238E27FC236}">
                <a16:creationId xmlns:a16="http://schemas.microsoft.com/office/drawing/2014/main" id="{2CA6EACE-FF44-BB45-A14B-C607B8E973FD}"/>
              </a:ext>
            </a:extLst>
          </p:cNvPr>
          <p:cNvSpPr txBox="1"/>
          <p:nvPr/>
        </p:nvSpPr>
        <p:spPr>
          <a:xfrm>
            <a:off x="5949511" y="2697608"/>
            <a:ext cx="1535933" cy="369332"/>
          </a:xfrm>
          <a:prstGeom prst="rect">
            <a:avLst/>
          </a:prstGeom>
          <a:noFill/>
        </p:spPr>
        <p:txBody>
          <a:bodyPr wrap="none" rtlCol="0">
            <a:spAutoFit/>
          </a:bodyPr>
          <a:lstStyle/>
          <a:p>
            <a:r>
              <a:rPr lang="en-US" dirty="0">
                <a:solidFill>
                  <a:schemeClr val="tx1">
                    <a:lumMod val="65000"/>
                    <a:lumOff val="35000"/>
                  </a:schemeClr>
                </a:solidFill>
                <a:latin typeface="+mj-lt"/>
                <a:ea typeface="+mn-ea"/>
                <a:cs typeface="Arial" pitchFamily="34" charset="0"/>
              </a:rPr>
              <a:t>HTTP : </a:t>
            </a:r>
            <a:r>
              <a:rPr lang="ja-JP" altLang="en-US">
                <a:solidFill>
                  <a:schemeClr val="tx1">
                    <a:lumMod val="65000"/>
                    <a:lumOff val="35000"/>
                  </a:schemeClr>
                </a:solidFill>
                <a:latin typeface="+mj-lt"/>
                <a:ea typeface="+mn-ea"/>
                <a:cs typeface="Arial" pitchFamily="34" charset="0"/>
              </a:rPr>
              <a:t>日本語</a:t>
            </a:r>
            <a:endParaRPr lang="en-US" dirty="0" err="1">
              <a:solidFill>
                <a:schemeClr val="tx1">
                  <a:lumMod val="65000"/>
                  <a:lumOff val="35000"/>
                </a:schemeClr>
              </a:solidFill>
              <a:latin typeface="+mj-lt"/>
              <a:ea typeface="+mn-ea"/>
              <a:cs typeface="Arial" pitchFamily="34" charset="0"/>
            </a:endParaRPr>
          </a:p>
        </p:txBody>
      </p:sp>
      <p:sp>
        <p:nvSpPr>
          <p:cNvPr id="23" name="TextBox 22">
            <a:extLst>
              <a:ext uri="{FF2B5EF4-FFF2-40B4-BE49-F238E27FC236}">
                <a16:creationId xmlns:a16="http://schemas.microsoft.com/office/drawing/2014/main" id="{7E2E17E4-D93E-E44F-AC23-4807C9C13939}"/>
              </a:ext>
            </a:extLst>
          </p:cNvPr>
          <p:cNvSpPr txBox="1"/>
          <p:nvPr/>
        </p:nvSpPr>
        <p:spPr>
          <a:xfrm>
            <a:off x="4940720" y="2281163"/>
            <a:ext cx="3701013" cy="369332"/>
          </a:xfrm>
          <a:prstGeom prst="rect">
            <a:avLst/>
          </a:prstGeom>
          <a:noFill/>
        </p:spPr>
        <p:txBody>
          <a:bodyPr wrap="none" rtlCol="0">
            <a:spAutoFit/>
          </a:bodyPr>
          <a:lstStyle/>
          <a:p>
            <a:r>
              <a:rPr lang="en-US" dirty="0">
                <a:solidFill>
                  <a:schemeClr val="tx1">
                    <a:lumMod val="65000"/>
                    <a:lumOff val="35000"/>
                  </a:schemeClr>
                </a:solidFill>
                <a:latin typeface="+mj-lt"/>
                <a:ea typeface="+mn-ea"/>
                <a:cs typeface="Arial" pitchFamily="34" charset="0"/>
              </a:rPr>
              <a:t>REST API : </a:t>
            </a:r>
            <a:r>
              <a:rPr lang="ja-JP" altLang="en-US">
                <a:solidFill>
                  <a:schemeClr val="tx1">
                    <a:lumMod val="65000"/>
                    <a:lumOff val="35000"/>
                  </a:schemeClr>
                </a:solidFill>
                <a:latin typeface="+mj-lt"/>
                <a:ea typeface="+mn-ea"/>
                <a:cs typeface="Arial" pitchFamily="34" charset="0"/>
              </a:rPr>
              <a:t>競りのルール</a:t>
            </a:r>
            <a:r>
              <a:rPr lang="en-US" altLang="ja-JP" dirty="0">
                <a:solidFill>
                  <a:schemeClr val="tx1">
                    <a:lumMod val="65000"/>
                    <a:lumOff val="35000"/>
                  </a:schemeClr>
                </a:solidFill>
                <a:latin typeface="+mj-lt"/>
                <a:ea typeface="+mn-ea"/>
                <a:cs typeface="Arial" pitchFamily="34" charset="0"/>
              </a:rPr>
              <a:t>(</a:t>
            </a:r>
            <a:r>
              <a:rPr lang="ja-JP" altLang="en-US">
                <a:solidFill>
                  <a:schemeClr val="tx1">
                    <a:lumMod val="65000"/>
                    <a:lumOff val="35000"/>
                  </a:schemeClr>
                </a:solidFill>
                <a:latin typeface="+mj-lt"/>
                <a:ea typeface="+mn-ea"/>
                <a:cs typeface="Arial" pitchFamily="34" charset="0"/>
              </a:rPr>
              <a:t>入札、落札</a:t>
            </a:r>
            <a:r>
              <a:rPr lang="en-US" altLang="ja-JP" dirty="0">
                <a:solidFill>
                  <a:schemeClr val="tx1">
                    <a:lumMod val="65000"/>
                    <a:lumOff val="35000"/>
                  </a:schemeClr>
                </a:solidFill>
                <a:latin typeface="+mj-lt"/>
                <a:ea typeface="+mn-ea"/>
                <a:cs typeface="Arial" pitchFamily="34" charset="0"/>
              </a:rPr>
              <a:t>)</a:t>
            </a:r>
            <a:endParaRPr lang="en-US" dirty="0">
              <a:solidFill>
                <a:schemeClr val="tx1">
                  <a:lumMod val="65000"/>
                  <a:lumOff val="35000"/>
                </a:schemeClr>
              </a:solidFill>
              <a:latin typeface="+mj-lt"/>
              <a:ea typeface="+mn-ea"/>
              <a:cs typeface="Arial" pitchFamily="34" charset="0"/>
            </a:endParaRPr>
          </a:p>
        </p:txBody>
      </p:sp>
      <p:sp>
        <p:nvSpPr>
          <p:cNvPr id="24" name="TextBox 23">
            <a:extLst>
              <a:ext uri="{FF2B5EF4-FFF2-40B4-BE49-F238E27FC236}">
                <a16:creationId xmlns:a16="http://schemas.microsoft.com/office/drawing/2014/main" id="{9C18A538-3092-5A44-9484-0FFB26A56F07}"/>
              </a:ext>
            </a:extLst>
          </p:cNvPr>
          <p:cNvSpPr txBox="1"/>
          <p:nvPr/>
        </p:nvSpPr>
        <p:spPr>
          <a:xfrm>
            <a:off x="2686613" y="3567436"/>
            <a:ext cx="3438762" cy="1077218"/>
          </a:xfrm>
          <a:prstGeom prst="rect">
            <a:avLst/>
          </a:prstGeom>
          <a:noFill/>
        </p:spPr>
        <p:txBody>
          <a:bodyPr wrap="none" rtlCol="0">
            <a:spAutoFit/>
          </a:bodyPr>
          <a:lstStyle/>
          <a:p>
            <a:r>
              <a:rPr lang="ja-JP" altLang="en-US" sz="1600">
                <a:solidFill>
                  <a:schemeClr val="tx1">
                    <a:lumMod val="65000"/>
                    <a:lumOff val="35000"/>
                  </a:schemeClr>
                </a:solidFill>
                <a:latin typeface="+mj-lt"/>
                <a:ea typeface="+mn-ea"/>
                <a:cs typeface="Arial" pitchFamily="34" charset="0"/>
              </a:rPr>
              <a:t>競りのルールに従わないと</a:t>
            </a:r>
            <a:endParaRPr lang="en-US" altLang="ja-JP" sz="1600" dirty="0">
              <a:solidFill>
                <a:schemeClr val="tx1">
                  <a:lumMod val="65000"/>
                  <a:lumOff val="35000"/>
                </a:schemeClr>
              </a:solidFill>
              <a:latin typeface="+mj-lt"/>
              <a:ea typeface="+mn-ea"/>
              <a:cs typeface="Arial" pitchFamily="34" charset="0"/>
            </a:endParaRPr>
          </a:p>
          <a:p>
            <a:r>
              <a:rPr lang="ja-JP" altLang="en-US" sz="1600">
                <a:solidFill>
                  <a:schemeClr val="tx1">
                    <a:lumMod val="65000"/>
                    <a:lumOff val="35000"/>
                  </a:schemeClr>
                </a:solidFill>
                <a:latin typeface="+mj-lt"/>
                <a:ea typeface="+mn-ea"/>
                <a:cs typeface="Arial" pitchFamily="34" charset="0"/>
              </a:rPr>
              <a:t>独自ルールの構築が必要で大変。。。</a:t>
            </a:r>
            <a:endParaRPr lang="en-US" altLang="ja-JP" sz="1600" dirty="0">
              <a:solidFill>
                <a:schemeClr val="tx1">
                  <a:lumMod val="65000"/>
                  <a:lumOff val="35000"/>
                </a:schemeClr>
              </a:solidFill>
              <a:latin typeface="+mj-lt"/>
              <a:ea typeface="+mn-ea"/>
              <a:cs typeface="Arial" pitchFamily="34" charset="0"/>
            </a:endParaRPr>
          </a:p>
          <a:p>
            <a:r>
              <a:rPr lang="en-US" sz="1600" dirty="0">
                <a:solidFill>
                  <a:schemeClr val="tx1">
                    <a:lumMod val="65000"/>
                    <a:lumOff val="35000"/>
                  </a:schemeClr>
                </a:solidFill>
                <a:latin typeface="+mj-lt"/>
                <a:ea typeface="+mn-ea"/>
                <a:cs typeface="Arial" pitchFamily="34" charset="0"/>
              </a:rPr>
              <a:t> -&gt; </a:t>
            </a:r>
            <a:r>
              <a:rPr lang="ja-JP" altLang="en-US" sz="1600">
                <a:solidFill>
                  <a:schemeClr val="tx1">
                    <a:lumMod val="65000"/>
                    <a:lumOff val="35000"/>
                  </a:schemeClr>
                </a:solidFill>
                <a:latin typeface="+mj-lt"/>
                <a:ea typeface="+mn-ea"/>
                <a:cs typeface="Arial" pitchFamily="34" charset="0"/>
              </a:rPr>
              <a:t>みんなで連携するため標準に従う</a:t>
            </a:r>
            <a:endParaRPr lang="en-US" altLang="ja-JP" sz="1600" dirty="0">
              <a:solidFill>
                <a:schemeClr val="tx1">
                  <a:lumMod val="65000"/>
                  <a:lumOff val="35000"/>
                </a:schemeClr>
              </a:solidFill>
              <a:latin typeface="+mj-lt"/>
              <a:ea typeface="+mn-ea"/>
              <a:cs typeface="Arial" pitchFamily="34" charset="0"/>
            </a:endParaRPr>
          </a:p>
          <a:p>
            <a:r>
              <a:rPr lang="ja-JP" altLang="en-US" sz="1600">
                <a:solidFill>
                  <a:schemeClr val="tx1">
                    <a:lumMod val="65000"/>
                    <a:lumOff val="35000"/>
                  </a:schemeClr>
                </a:solidFill>
                <a:latin typeface="+mj-lt"/>
                <a:ea typeface="+mn-ea"/>
                <a:cs typeface="Arial" pitchFamily="34" charset="0"/>
              </a:rPr>
              <a:t>　　その標準が</a:t>
            </a:r>
            <a:r>
              <a:rPr lang="en-US" altLang="ja-JP" sz="1600" dirty="0">
                <a:solidFill>
                  <a:schemeClr val="tx1">
                    <a:lumMod val="65000"/>
                    <a:lumOff val="35000"/>
                  </a:schemeClr>
                </a:solidFill>
                <a:latin typeface="+mj-lt"/>
                <a:ea typeface="+mn-ea"/>
                <a:cs typeface="Arial" pitchFamily="34" charset="0"/>
              </a:rPr>
              <a:t>REST API</a:t>
            </a:r>
            <a:endParaRPr lang="en-US" sz="1600" dirty="0">
              <a:solidFill>
                <a:schemeClr val="tx1">
                  <a:lumMod val="65000"/>
                  <a:lumOff val="35000"/>
                </a:schemeClr>
              </a:solidFill>
              <a:latin typeface="+mj-lt"/>
              <a:ea typeface="+mn-ea"/>
              <a:cs typeface="Arial" pitchFamily="34" charset="0"/>
            </a:endParaRPr>
          </a:p>
        </p:txBody>
      </p:sp>
    </p:spTree>
    <p:extLst>
      <p:ext uri="{BB962C8B-B14F-4D97-AF65-F5344CB8AC3E}">
        <p14:creationId xmlns:p14="http://schemas.microsoft.com/office/powerpoint/2010/main" val="27953446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00000"/>
              </a:lnSpc>
            </a:pPr>
            <a:r>
              <a:rPr lang="en-US" altLang="ja-JP" sz="2400" dirty="0"/>
              <a:t>URL : REST API </a:t>
            </a:r>
            <a:r>
              <a:rPr lang="ja-JP" altLang="en-US" sz="2400"/>
              <a:t>におけるリソースの指定に使う</a:t>
            </a:r>
            <a:endParaRPr lang="en-US" sz="2400" dirty="0"/>
          </a:p>
        </p:txBody>
      </p:sp>
      <p:sp>
        <p:nvSpPr>
          <p:cNvPr id="7" name="Content Placeholder 6">
            <a:extLst>
              <a:ext uri="{FF2B5EF4-FFF2-40B4-BE49-F238E27FC236}">
                <a16:creationId xmlns:a16="http://schemas.microsoft.com/office/drawing/2014/main" id="{A267C904-C919-5042-BD5D-4AEC516BB90E}"/>
              </a:ext>
            </a:extLst>
          </p:cNvPr>
          <p:cNvSpPr>
            <a:spLocks noGrp="1"/>
          </p:cNvSpPr>
          <p:nvPr>
            <p:ph idx="1"/>
          </p:nvPr>
        </p:nvSpPr>
        <p:spPr/>
        <p:txBody>
          <a:bodyPr/>
          <a:lstStyle/>
          <a:p>
            <a:pPr marL="342900" indent="-342900">
              <a:buFont typeface="Arial" panose="020B0604020202020204" pitchFamily="34" charset="0"/>
              <a:buChar char="•"/>
            </a:pPr>
            <a:r>
              <a:rPr lang="en-US" altLang="ja-JP" sz="1800" dirty="0"/>
              <a:t>URL</a:t>
            </a:r>
            <a:r>
              <a:rPr lang="ja-JP" altLang="en-US" sz="1800"/>
              <a:t>の「パス」がリソースに対応する。以下の例を参照</a:t>
            </a:r>
            <a:endParaRPr lang="en-US" altLang="ja-JP" sz="1800" dirty="0"/>
          </a:p>
          <a:p>
            <a:pPr marL="342900" indent="-342900">
              <a:buFont typeface="Arial" panose="020B0604020202020204" pitchFamily="34" charset="0"/>
              <a:buChar char="•"/>
            </a:pPr>
            <a:r>
              <a:rPr lang="ja-JP" altLang="en-US" sz="1800"/>
              <a:t>リソースの定義はサーバー側でおこなう。クライアントはそれに従う</a:t>
            </a:r>
            <a:endParaRPr lang="en-US" sz="1800" dirty="0"/>
          </a:p>
          <a:p>
            <a:pPr marL="342900" indent="-342900">
              <a:buFont typeface="Arial" panose="020B0604020202020204" pitchFamily="34" charset="0"/>
              <a:buChar char="•"/>
            </a:pPr>
            <a:endParaRPr lang="en-US" sz="1800" dirty="0"/>
          </a:p>
          <a:p>
            <a:pPr marL="342900" indent="-342900">
              <a:buFont typeface="Arial" panose="020B0604020202020204" pitchFamily="34" charset="0"/>
              <a:buChar char="•"/>
            </a:pPr>
            <a:r>
              <a:rPr lang="en-US" sz="1800" dirty="0"/>
              <a:t>http://&lt;server-</a:t>
            </a:r>
            <a:r>
              <a:rPr lang="en-US" sz="1800" dirty="0" err="1"/>
              <a:t>ip</a:t>
            </a:r>
            <a:r>
              <a:rPr lang="en-US" sz="1800" dirty="0"/>
              <a:t>&gt;</a:t>
            </a:r>
            <a:r>
              <a:rPr lang="en-US" sz="1800" dirty="0">
                <a:solidFill>
                  <a:srgbClr val="FF0000"/>
                </a:solidFill>
              </a:rPr>
              <a:t>/</a:t>
            </a:r>
            <a:r>
              <a:rPr lang="en-US" sz="1800" dirty="0" err="1">
                <a:solidFill>
                  <a:srgbClr val="FF0000"/>
                </a:solidFill>
              </a:rPr>
              <a:t>api</a:t>
            </a:r>
            <a:r>
              <a:rPr lang="en-US" sz="1800" dirty="0">
                <a:solidFill>
                  <a:srgbClr val="FF0000"/>
                </a:solidFill>
              </a:rPr>
              <a:t>/v1/</a:t>
            </a:r>
            <a:r>
              <a:rPr lang="en-US" sz="1800" dirty="0" err="1">
                <a:solidFill>
                  <a:srgbClr val="FF0000"/>
                </a:solidFill>
              </a:rPr>
              <a:t>vms</a:t>
            </a:r>
            <a:endParaRPr lang="en-US" sz="1800" dirty="0">
              <a:solidFill>
                <a:srgbClr val="FF0000"/>
              </a:solidFill>
            </a:endParaRPr>
          </a:p>
          <a:p>
            <a:pPr marL="342900" indent="-342900">
              <a:buFont typeface="Arial" panose="020B0604020202020204" pitchFamily="34" charset="0"/>
              <a:buChar char="•"/>
            </a:pPr>
            <a:r>
              <a:rPr lang="en-US" sz="1800" dirty="0"/>
              <a:t>http://&lt;server-</a:t>
            </a:r>
            <a:r>
              <a:rPr lang="en-US" sz="1800" dirty="0" err="1"/>
              <a:t>ip</a:t>
            </a:r>
            <a:r>
              <a:rPr lang="en-US" sz="1800" dirty="0"/>
              <a:t>&gt;/</a:t>
            </a:r>
            <a:r>
              <a:rPr lang="en-US" sz="1800" dirty="0" err="1"/>
              <a:t>api</a:t>
            </a:r>
            <a:r>
              <a:rPr lang="en-US" sz="1800" dirty="0"/>
              <a:t>/v1/</a:t>
            </a:r>
            <a:r>
              <a:rPr lang="en-US" sz="1800" dirty="0" err="1"/>
              <a:t>vms</a:t>
            </a:r>
            <a:r>
              <a:rPr lang="en-US" sz="1800" dirty="0"/>
              <a:t>/my-windows-server01</a:t>
            </a:r>
          </a:p>
          <a:p>
            <a:pPr marL="342900" indent="-342900">
              <a:buFont typeface="Arial" panose="020B0604020202020204" pitchFamily="34" charset="0"/>
              <a:buChar char="•"/>
            </a:pPr>
            <a:r>
              <a:rPr lang="en-US" sz="1800" dirty="0"/>
              <a:t>http://&lt;server-</a:t>
            </a:r>
            <a:r>
              <a:rPr lang="en-US" sz="1800" dirty="0" err="1"/>
              <a:t>ip</a:t>
            </a:r>
            <a:r>
              <a:rPr lang="en-US" sz="1800" dirty="0"/>
              <a:t>&gt;/</a:t>
            </a:r>
            <a:r>
              <a:rPr lang="en-US" sz="1800" dirty="0" err="1"/>
              <a:t>api</a:t>
            </a:r>
            <a:r>
              <a:rPr lang="en-US" sz="1800" dirty="0"/>
              <a:t>/v1/</a:t>
            </a:r>
            <a:r>
              <a:rPr lang="en-US" sz="1800" dirty="0" err="1"/>
              <a:t>vms</a:t>
            </a:r>
            <a:r>
              <a:rPr lang="en-US" sz="1800" dirty="0"/>
              <a:t>/my-linux-server01</a:t>
            </a:r>
          </a:p>
          <a:p>
            <a:pPr marL="342900" indent="-342900">
              <a:buFont typeface="Arial" panose="020B0604020202020204" pitchFamily="34" charset="0"/>
              <a:buChar char="•"/>
            </a:pPr>
            <a:endParaRPr lang="en-US" sz="1800" dirty="0"/>
          </a:p>
          <a:p>
            <a:pPr marL="342900" indent="-342900">
              <a:buFont typeface="Arial" panose="020B0604020202020204" pitchFamily="34" charset="0"/>
              <a:buChar char="•"/>
            </a:pPr>
            <a:r>
              <a:rPr lang="en-US" sz="1800" dirty="0"/>
              <a:t>http://&lt;server-</a:t>
            </a:r>
            <a:r>
              <a:rPr lang="en-US" sz="1800" dirty="0" err="1"/>
              <a:t>ip</a:t>
            </a:r>
            <a:r>
              <a:rPr lang="en-US" sz="1800" dirty="0"/>
              <a:t>&gt;</a:t>
            </a:r>
            <a:r>
              <a:rPr lang="en-US" sz="1800" dirty="0">
                <a:solidFill>
                  <a:srgbClr val="FF0000"/>
                </a:solidFill>
              </a:rPr>
              <a:t>/</a:t>
            </a:r>
            <a:r>
              <a:rPr lang="en-US" sz="1800" dirty="0" err="1">
                <a:solidFill>
                  <a:srgbClr val="FF0000"/>
                </a:solidFill>
              </a:rPr>
              <a:t>api</a:t>
            </a:r>
            <a:r>
              <a:rPr lang="en-US" sz="1800" dirty="0">
                <a:solidFill>
                  <a:srgbClr val="FF0000"/>
                </a:solidFill>
              </a:rPr>
              <a:t>/v1/networks/</a:t>
            </a:r>
          </a:p>
          <a:p>
            <a:pPr marL="342900" indent="-342900">
              <a:buFont typeface="Arial" panose="020B0604020202020204" pitchFamily="34" charset="0"/>
              <a:buChar char="•"/>
            </a:pPr>
            <a:r>
              <a:rPr lang="en-US" sz="1800" dirty="0"/>
              <a:t>http://&lt;server-</a:t>
            </a:r>
            <a:r>
              <a:rPr lang="en-US" sz="1800" dirty="0" err="1"/>
              <a:t>ip</a:t>
            </a:r>
            <a:r>
              <a:rPr lang="en-US" sz="1800" dirty="0"/>
              <a:t>&gt;/</a:t>
            </a:r>
            <a:r>
              <a:rPr lang="en-US" sz="1800" dirty="0" err="1"/>
              <a:t>api</a:t>
            </a:r>
            <a:r>
              <a:rPr lang="en-US" sz="1800" dirty="0"/>
              <a:t>/v1/networks/vlan100</a:t>
            </a:r>
          </a:p>
          <a:p>
            <a:pPr marL="342900" indent="-342900">
              <a:buFont typeface="Arial" panose="020B0604020202020204" pitchFamily="34" charset="0"/>
              <a:buChar char="•"/>
            </a:pPr>
            <a:r>
              <a:rPr lang="en-US" sz="1800" dirty="0"/>
              <a:t>http://&lt;server-</a:t>
            </a:r>
            <a:r>
              <a:rPr lang="en-US" sz="1800" dirty="0" err="1"/>
              <a:t>ip</a:t>
            </a:r>
            <a:r>
              <a:rPr lang="en-US" sz="1800" dirty="0"/>
              <a:t>&gt;/</a:t>
            </a:r>
            <a:r>
              <a:rPr lang="en-US" sz="1800" dirty="0" err="1"/>
              <a:t>api</a:t>
            </a:r>
            <a:r>
              <a:rPr lang="en-US" sz="1800" dirty="0"/>
              <a:t>/v1/networks/vlan200</a:t>
            </a:r>
          </a:p>
          <a:p>
            <a:pPr marL="342900" indent="-342900">
              <a:buFont typeface="Arial" panose="020B0604020202020204" pitchFamily="34" charset="0"/>
              <a:buChar char="•"/>
            </a:pPr>
            <a:endParaRPr lang="en-US" sz="1800" dirty="0"/>
          </a:p>
          <a:p>
            <a:pPr marL="342900" indent="-342900">
              <a:buFont typeface="Arial" panose="020B0604020202020204" pitchFamily="34" charset="0"/>
              <a:buChar char="•"/>
            </a:pPr>
            <a:endParaRPr lang="en-US" sz="1800" dirty="0"/>
          </a:p>
        </p:txBody>
      </p:sp>
      <p:sp>
        <p:nvSpPr>
          <p:cNvPr id="3" name="TextBox 2">
            <a:extLst>
              <a:ext uri="{FF2B5EF4-FFF2-40B4-BE49-F238E27FC236}">
                <a16:creationId xmlns:a16="http://schemas.microsoft.com/office/drawing/2014/main" id="{3FA80029-649B-924B-83D4-CDB3FA1DE9B4}"/>
              </a:ext>
            </a:extLst>
          </p:cNvPr>
          <p:cNvSpPr txBox="1"/>
          <p:nvPr/>
        </p:nvSpPr>
        <p:spPr>
          <a:xfrm>
            <a:off x="6486258" y="2127903"/>
            <a:ext cx="2459584" cy="923330"/>
          </a:xfrm>
          <a:prstGeom prst="rect">
            <a:avLst/>
          </a:prstGeom>
          <a:noFill/>
        </p:spPr>
        <p:txBody>
          <a:bodyPr wrap="none" rtlCol="0">
            <a:spAutoFit/>
          </a:bodyPr>
          <a:lstStyle/>
          <a:p>
            <a:r>
              <a:rPr lang="ja-JP" altLang="en-US">
                <a:solidFill>
                  <a:schemeClr val="tx1">
                    <a:lumMod val="65000"/>
                    <a:lumOff val="35000"/>
                  </a:schemeClr>
                </a:solidFill>
                <a:latin typeface="+mj-lt"/>
                <a:ea typeface="+mn-ea"/>
                <a:cs typeface="Arial" pitchFamily="34" charset="0"/>
              </a:rPr>
              <a:t>仮想マシン全て</a:t>
            </a:r>
            <a:endParaRPr lang="en-US" altLang="ja-JP" dirty="0">
              <a:solidFill>
                <a:schemeClr val="tx1">
                  <a:lumMod val="65000"/>
                  <a:lumOff val="35000"/>
                </a:schemeClr>
              </a:solidFill>
              <a:latin typeface="+mj-lt"/>
              <a:ea typeface="+mn-ea"/>
              <a:cs typeface="Arial" pitchFamily="34" charset="0"/>
            </a:endParaRPr>
          </a:p>
          <a:p>
            <a:r>
              <a:rPr lang="en-US" dirty="0">
                <a:solidFill>
                  <a:schemeClr val="tx1">
                    <a:lumMod val="65000"/>
                    <a:lumOff val="35000"/>
                  </a:schemeClr>
                </a:solidFill>
                <a:latin typeface="+mj-lt"/>
                <a:ea typeface="+mn-ea"/>
                <a:cs typeface="Arial" pitchFamily="34" charset="0"/>
              </a:rPr>
              <a:t>windows</a:t>
            </a:r>
            <a:r>
              <a:rPr lang="ja-JP" altLang="en-US">
                <a:solidFill>
                  <a:schemeClr val="tx1">
                    <a:lumMod val="65000"/>
                    <a:lumOff val="35000"/>
                  </a:schemeClr>
                </a:solidFill>
                <a:latin typeface="+mj-lt"/>
                <a:ea typeface="+mn-ea"/>
                <a:cs typeface="Arial" pitchFamily="34" charset="0"/>
              </a:rPr>
              <a:t>の仮想マシン</a:t>
            </a:r>
            <a:r>
              <a:rPr lang="en-US" altLang="ja-JP" dirty="0">
                <a:solidFill>
                  <a:schemeClr val="tx1">
                    <a:lumMod val="65000"/>
                    <a:lumOff val="35000"/>
                  </a:schemeClr>
                </a:solidFill>
                <a:latin typeface="+mj-lt"/>
                <a:ea typeface="+mn-ea"/>
                <a:cs typeface="Arial" pitchFamily="34" charset="0"/>
              </a:rPr>
              <a:t>A</a:t>
            </a:r>
          </a:p>
          <a:p>
            <a:r>
              <a:rPr lang="en-US" dirty="0">
                <a:solidFill>
                  <a:schemeClr val="tx1">
                    <a:lumMod val="65000"/>
                    <a:lumOff val="35000"/>
                  </a:schemeClr>
                </a:solidFill>
                <a:latin typeface="+mj-lt"/>
                <a:ea typeface="+mn-ea"/>
                <a:cs typeface="Arial" pitchFamily="34" charset="0"/>
              </a:rPr>
              <a:t>Linux</a:t>
            </a:r>
            <a:r>
              <a:rPr lang="ja-JP" altLang="en-US">
                <a:solidFill>
                  <a:schemeClr val="tx1">
                    <a:lumMod val="65000"/>
                    <a:lumOff val="35000"/>
                  </a:schemeClr>
                </a:solidFill>
                <a:latin typeface="+mj-lt"/>
                <a:ea typeface="+mn-ea"/>
                <a:cs typeface="Arial" pitchFamily="34" charset="0"/>
              </a:rPr>
              <a:t>の仮想マシン</a:t>
            </a:r>
            <a:r>
              <a:rPr lang="en-US" altLang="ja-JP" dirty="0">
                <a:solidFill>
                  <a:schemeClr val="tx1">
                    <a:lumMod val="65000"/>
                    <a:lumOff val="35000"/>
                  </a:schemeClr>
                </a:solidFill>
                <a:latin typeface="+mj-lt"/>
                <a:ea typeface="+mn-ea"/>
                <a:cs typeface="Arial" pitchFamily="34" charset="0"/>
              </a:rPr>
              <a:t>B</a:t>
            </a:r>
            <a:endParaRPr lang="en-US" dirty="0">
              <a:solidFill>
                <a:schemeClr val="tx1">
                  <a:lumMod val="65000"/>
                  <a:lumOff val="35000"/>
                </a:schemeClr>
              </a:solidFill>
              <a:latin typeface="+mj-lt"/>
              <a:ea typeface="+mn-ea"/>
              <a:cs typeface="Arial" pitchFamily="34" charset="0"/>
            </a:endParaRPr>
          </a:p>
        </p:txBody>
      </p:sp>
      <p:sp>
        <p:nvSpPr>
          <p:cNvPr id="5" name="TextBox 4">
            <a:extLst>
              <a:ext uri="{FF2B5EF4-FFF2-40B4-BE49-F238E27FC236}">
                <a16:creationId xmlns:a16="http://schemas.microsoft.com/office/drawing/2014/main" id="{F887367B-51B9-4B4F-BF00-913B0F0499D4}"/>
              </a:ext>
            </a:extLst>
          </p:cNvPr>
          <p:cNvSpPr txBox="1"/>
          <p:nvPr/>
        </p:nvSpPr>
        <p:spPr>
          <a:xfrm>
            <a:off x="6479810" y="3391256"/>
            <a:ext cx="2311851" cy="923330"/>
          </a:xfrm>
          <a:prstGeom prst="rect">
            <a:avLst/>
          </a:prstGeom>
          <a:noFill/>
        </p:spPr>
        <p:txBody>
          <a:bodyPr wrap="none" rtlCol="0">
            <a:spAutoFit/>
          </a:bodyPr>
          <a:lstStyle/>
          <a:p>
            <a:r>
              <a:rPr lang="ja-JP" altLang="en-US">
                <a:solidFill>
                  <a:schemeClr val="tx1">
                    <a:lumMod val="65000"/>
                    <a:lumOff val="35000"/>
                  </a:schemeClr>
                </a:solidFill>
                <a:latin typeface="+mj-lt"/>
                <a:ea typeface="+mn-ea"/>
                <a:cs typeface="Arial" pitchFamily="34" charset="0"/>
              </a:rPr>
              <a:t>ネットワーク全て</a:t>
            </a:r>
            <a:endParaRPr lang="en-US" altLang="ja-JP" dirty="0">
              <a:solidFill>
                <a:schemeClr val="tx1">
                  <a:lumMod val="65000"/>
                  <a:lumOff val="35000"/>
                </a:schemeClr>
              </a:solidFill>
              <a:latin typeface="+mj-lt"/>
              <a:ea typeface="+mn-ea"/>
              <a:cs typeface="Arial" pitchFamily="34" charset="0"/>
            </a:endParaRPr>
          </a:p>
          <a:p>
            <a:r>
              <a:rPr lang="ja-JP" altLang="en-US">
                <a:solidFill>
                  <a:schemeClr val="tx1">
                    <a:lumMod val="65000"/>
                    <a:lumOff val="35000"/>
                  </a:schemeClr>
                </a:solidFill>
                <a:latin typeface="+mj-lt"/>
                <a:ea typeface="+mn-ea"/>
                <a:cs typeface="Arial" pitchFamily="34" charset="0"/>
              </a:rPr>
              <a:t>ネットワーク</a:t>
            </a:r>
            <a:r>
              <a:rPr lang="en-US" altLang="ja-JP" dirty="0">
                <a:solidFill>
                  <a:schemeClr val="tx1">
                    <a:lumMod val="65000"/>
                    <a:lumOff val="35000"/>
                  </a:schemeClr>
                </a:solidFill>
                <a:latin typeface="+mj-lt"/>
                <a:ea typeface="+mn-ea"/>
                <a:cs typeface="Arial" pitchFamily="34" charset="0"/>
              </a:rPr>
              <a:t> VLAN 100</a:t>
            </a:r>
          </a:p>
          <a:p>
            <a:r>
              <a:rPr lang="ja-JP" altLang="en-US">
                <a:solidFill>
                  <a:schemeClr val="tx1">
                    <a:lumMod val="65000"/>
                    <a:lumOff val="35000"/>
                  </a:schemeClr>
                </a:solidFill>
                <a:latin typeface="+mj-lt"/>
                <a:ea typeface="+mn-ea"/>
                <a:cs typeface="Arial" pitchFamily="34" charset="0"/>
              </a:rPr>
              <a:t>ネットワーク</a:t>
            </a:r>
            <a:r>
              <a:rPr lang="en-US" altLang="ja-JP" dirty="0">
                <a:solidFill>
                  <a:schemeClr val="tx1">
                    <a:lumMod val="65000"/>
                    <a:lumOff val="35000"/>
                  </a:schemeClr>
                </a:solidFill>
                <a:latin typeface="+mj-lt"/>
                <a:ea typeface="+mn-ea"/>
                <a:cs typeface="Arial" pitchFamily="34" charset="0"/>
              </a:rPr>
              <a:t> VLAN 200</a:t>
            </a:r>
            <a:endParaRPr lang="en-US" dirty="0">
              <a:solidFill>
                <a:schemeClr val="tx1">
                  <a:lumMod val="65000"/>
                  <a:lumOff val="35000"/>
                </a:schemeClr>
              </a:solidFill>
              <a:latin typeface="+mj-lt"/>
              <a:ea typeface="+mn-ea"/>
              <a:cs typeface="Arial" pitchFamily="34" charset="0"/>
            </a:endParaRPr>
          </a:p>
        </p:txBody>
      </p:sp>
    </p:spTree>
    <p:extLst>
      <p:ext uri="{BB962C8B-B14F-4D97-AF65-F5344CB8AC3E}">
        <p14:creationId xmlns:p14="http://schemas.microsoft.com/office/powerpoint/2010/main" val="1281409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00000"/>
              </a:lnSpc>
            </a:pPr>
            <a:r>
              <a:rPr lang="en-US" altLang="ja-JP" sz="2400" dirty="0"/>
              <a:t>CRUD : </a:t>
            </a:r>
            <a:r>
              <a:rPr lang="ja-JP" altLang="en-US" sz="2400"/>
              <a:t>命令の種類</a:t>
            </a:r>
            <a:endParaRPr lang="en-US" sz="2400" dirty="0"/>
          </a:p>
        </p:txBody>
      </p:sp>
      <p:sp>
        <p:nvSpPr>
          <p:cNvPr id="7" name="Content Placeholder 6">
            <a:extLst>
              <a:ext uri="{FF2B5EF4-FFF2-40B4-BE49-F238E27FC236}">
                <a16:creationId xmlns:a16="http://schemas.microsoft.com/office/drawing/2014/main" id="{A267C904-C919-5042-BD5D-4AEC516BB90E}"/>
              </a:ext>
            </a:extLst>
          </p:cNvPr>
          <p:cNvSpPr>
            <a:spLocks noGrp="1"/>
          </p:cNvSpPr>
          <p:nvPr>
            <p:ph idx="1"/>
          </p:nvPr>
        </p:nvSpPr>
        <p:spPr/>
        <p:txBody>
          <a:bodyPr/>
          <a:lstStyle/>
          <a:p>
            <a:pPr marL="342900" indent="-342900">
              <a:buFont typeface="Arial" panose="020B0604020202020204" pitchFamily="34" charset="0"/>
              <a:buChar char="•"/>
            </a:pPr>
            <a:r>
              <a:rPr lang="en-US" sz="1800" dirty="0"/>
              <a:t>HTTP</a:t>
            </a:r>
            <a:r>
              <a:rPr lang="ja-JP" altLang="en-US" sz="1800"/>
              <a:t>の</a:t>
            </a:r>
            <a:r>
              <a:rPr lang="ja-JP" altLang="en-US" sz="1800">
                <a:solidFill>
                  <a:srgbClr val="FF0000"/>
                </a:solidFill>
              </a:rPr>
              <a:t>メソッド</a:t>
            </a:r>
            <a:r>
              <a:rPr lang="en-US" altLang="ja-JP" sz="1800" dirty="0">
                <a:solidFill>
                  <a:srgbClr val="FF0000"/>
                </a:solidFill>
              </a:rPr>
              <a:t>(</a:t>
            </a:r>
            <a:r>
              <a:rPr lang="ja-JP" altLang="en-US" sz="1800">
                <a:solidFill>
                  <a:srgbClr val="FF0000"/>
                </a:solidFill>
              </a:rPr>
              <a:t>命令の種類</a:t>
            </a:r>
            <a:r>
              <a:rPr lang="en-US" altLang="ja-JP" sz="1800" dirty="0">
                <a:solidFill>
                  <a:srgbClr val="FF0000"/>
                </a:solidFill>
              </a:rPr>
              <a:t>)</a:t>
            </a:r>
            <a:r>
              <a:rPr lang="ja-JP" altLang="en-US" sz="1800"/>
              <a:t>をそのまま使う</a:t>
            </a:r>
            <a:endParaRPr lang="en-US" sz="1800" dirty="0"/>
          </a:p>
          <a:p>
            <a:pPr marL="342900" indent="-342900">
              <a:buFont typeface="Arial" panose="020B0604020202020204" pitchFamily="34" charset="0"/>
              <a:buChar char="•"/>
            </a:pPr>
            <a:r>
              <a:rPr lang="en-US" sz="1800" dirty="0">
                <a:solidFill>
                  <a:srgbClr val="FF0000"/>
                </a:solidFill>
              </a:rPr>
              <a:t>C</a:t>
            </a:r>
            <a:r>
              <a:rPr lang="en-US" sz="1800" dirty="0"/>
              <a:t>reate : HTTP Post</a:t>
            </a:r>
          </a:p>
          <a:p>
            <a:pPr marL="342900" indent="-342900">
              <a:buFont typeface="Arial" panose="020B0604020202020204" pitchFamily="34" charset="0"/>
              <a:buChar char="•"/>
            </a:pPr>
            <a:r>
              <a:rPr lang="en-US" sz="1800" dirty="0">
                <a:solidFill>
                  <a:srgbClr val="FF0000"/>
                </a:solidFill>
              </a:rPr>
              <a:t>R</a:t>
            </a:r>
            <a:r>
              <a:rPr lang="en-US" sz="1800" dirty="0"/>
              <a:t>ead : HTTP Get</a:t>
            </a:r>
          </a:p>
          <a:p>
            <a:pPr marL="342900" indent="-342900">
              <a:buFont typeface="Arial" panose="020B0604020202020204" pitchFamily="34" charset="0"/>
              <a:buChar char="•"/>
            </a:pPr>
            <a:r>
              <a:rPr lang="en-US" sz="1800" dirty="0">
                <a:solidFill>
                  <a:srgbClr val="FF0000"/>
                </a:solidFill>
              </a:rPr>
              <a:t>U</a:t>
            </a:r>
            <a:r>
              <a:rPr lang="en-US" sz="1800" dirty="0"/>
              <a:t>pdate : HTTP Put</a:t>
            </a:r>
          </a:p>
          <a:p>
            <a:pPr marL="342900" indent="-342900">
              <a:buFont typeface="Arial" panose="020B0604020202020204" pitchFamily="34" charset="0"/>
              <a:buChar char="•"/>
            </a:pPr>
            <a:r>
              <a:rPr lang="en-US" sz="1800" dirty="0">
                <a:solidFill>
                  <a:srgbClr val="FF0000"/>
                </a:solidFill>
              </a:rPr>
              <a:t>D</a:t>
            </a:r>
            <a:r>
              <a:rPr lang="en-US" sz="1800" dirty="0"/>
              <a:t>elete : HTTP Delete</a:t>
            </a:r>
          </a:p>
          <a:p>
            <a:pPr marL="342900" indent="-342900">
              <a:buFont typeface="Arial" panose="020B0604020202020204" pitchFamily="34" charset="0"/>
              <a:buChar char="•"/>
            </a:pPr>
            <a:endParaRPr lang="en-US" sz="1800" dirty="0"/>
          </a:p>
        </p:txBody>
      </p:sp>
      <p:pic>
        <p:nvPicPr>
          <p:cNvPr id="4" name="Picture 3">
            <a:extLst>
              <a:ext uri="{FF2B5EF4-FFF2-40B4-BE49-F238E27FC236}">
                <a16:creationId xmlns:a16="http://schemas.microsoft.com/office/drawing/2014/main" id="{B655E9CE-D1E9-B04F-85AC-2FCBB7292D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42579" y="1322617"/>
            <a:ext cx="873655" cy="873655"/>
          </a:xfrm>
          <a:prstGeom prst="rect">
            <a:avLst/>
          </a:prstGeom>
        </p:spPr>
      </p:pic>
      <p:pic>
        <p:nvPicPr>
          <p:cNvPr id="5" name="Picture 4">
            <a:extLst>
              <a:ext uri="{FF2B5EF4-FFF2-40B4-BE49-F238E27FC236}">
                <a16:creationId xmlns:a16="http://schemas.microsoft.com/office/drawing/2014/main" id="{D951D734-1340-D846-A405-5707EC194D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8358" y="3770215"/>
            <a:ext cx="2139652" cy="590249"/>
          </a:xfrm>
          <a:prstGeom prst="rect">
            <a:avLst/>
          </a:prstGeom>
        </p:spPr>
      </p:pic>
      <p:pic>
        <p:nvPicPr>
          <p:cNvPr id="6" name="Picture 5">
            <a:extLst>
              <a:ext uri="{FF2B5EF4-FFF2-40B4-BE49-F238E27FC236}">
                <a16:creationId xmlns:a16="http://schemas.microsoft.com/office/drawing/2014/main" id="{4D759309-03FF-9C45-AF9F-396B9AFF63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42577" y="2299656"/>
            <a:ext cx="873655" cy="873655"/>
          </a:xfrm>
          <a:prstGeom prst="rect">
            <a:avLst/>
          </a:prstGeom>
        </p:spPr>
      </p:pic>
      <p:pic>
        <p:nvPicPr>
          <p:cNvPr id="8" name="Picture 7">
            <a:extLst>
              <a:ext uri="{FF2B5EF4-FFF2-40B4-BE49-F238E27FC236}">
                <a16:creationId xmlns:a16="http://schemas.microsoft.com/office/drawing/2014/main" id="{7DD9ADFA-24B7-784F-8243-899440D9AD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42578" y="4150351"/>
            <a:ext cx="873655" cy="873655"/>
          </a:xfrm>
          <a:prstGeom prst="rect">
            <a:avLst/>
          </a:prstGeom>
        </p:spPr>
      </p:pic>
      <p:pic>
        <p:nvPicPr>
          <p:cNvPr id="9" name="Picture 8">
            <a:extLst>
              <a:ext uri="{FF2B5EF4-FFF2-40B4-BE49-F238E27FC236}">
                <a16:creationId xmlns:a16="http://schemas.microsoft.com/office/drawing/2014/main" id="{8198687C-2100-6C4F-B03B-7570541746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42576" y="3225003"/>
            <a:ext cx="873655" cy="873655"/>
          </a:xfrm>
          <a:prstGeom prst="rect">
            <a:avLst/>
          </a:prstGeom>
        </p:spPr>
      </p:pic>
      <p:sp>
        <p:nvSpPr>
          <p:cNvPr id="3" name="TextBox 2">
            <a:extLst>
              <a:ext uri="{FF2B5EF4-FFF2-40B4-BE49-F238E27FC236}">
                <a16:creationId xmlns:a16="http://schemas.microsoft.com/office/drawing/2014/main" id="{64B40F16-F3B0-7641-B6A1-D69BF5E3BD83}"/>
              </a:ext>
            </a:extLst>
          </p:cNvPr>
          <p:cNvSpPr txBox="1"/>
          <p:nvPr/>
        </p:nvSpPr>
        <p:spPr>
          <a:xfrm>
            <a:off x="7456039" y="1598066"/>
            <a:ext cx="1335622" cy="369332"/>
          </a:xfrm>
          <a:prstGeom prst="rect">
            <a:avLst/>
          </a:prstGeom>
          <a:noFill/>
        </p:spPr>
        <p:txBody>
          <a:bodyPr wrap="none" rtlCol="0">
            <a:spAutoFit/>
          </a:bodyPr>
          <a:lstStyle/>
          <a:p>
            <a:r>
              <a:rPr lang="en-US" dirty="0">
                <a:solidFill>
                  <a:schemeClr val="tx1">
                    <a:lumMod val="65000"/>
                    <a:lumOff val="35000"/>
                  </a:schemeClr>
                </a:solidFill>
                <a:latin typeface="+mj-lt"/>
                <a:ea typeface="+mn-ea"/>
                <a:cs typeface="Arial" pitchFamily="34" charset="0"/>
              </a:rPr>
              <a:t>VM</a:t>
            </a:r>
            <a:r>
              <a:rPr lang="ja-JP" altLang="en-US">
                <a:solidFill>
                  <a:schemeClr val="tx1">
                    <a:lumMod val="65000"/>
                    <a:lumOff val="35000"/>
                  </a:schemeClr>
                </a:solidFill>
                <a:latin typeface="+mj-lt"/>
                <a:ea typeface="+mn-ea"/>
                <a:cs typeface="Arial" pitchFamily="34" charset="0"/>
              </a:rPr>
              <a:t>を作って</a:t>
            </a:r>
            <a:endParaRPr lang="en-US" dirty="0" err="1">
              <a:solidFill>
                <a:schemeClr val="tx1">
                  <a:lumMod val="65000"/>
                  <a:lumOff val="35000"/>
                </a:schemeClr>
              </a:solidFill>
              <a:latin typeface="+mj-lt"/>
              <a:ea typeface="+mn-ea"/>
              <a:cs typeface="Arial" pitchFamily="34" charset="0"/>
            </a:endParaRPr>
          </a:p>
        </p:txBody>
      </p:sp>
      <p:sp>
        <p:nvSpPr>
          <p:cNvPr id="10" name="TextBox 9">
            <a:extLst>
              <a:ext uri="{FF2B5EF4-FFF2-40B4-BE49-F238E27FC236}">
                <a16:creationId xmlns:a16="http://schemas.microsoft.com/office/drawing/2014/main" id="{07C189F4-22CA-2942-A4F8-9199FBA0E9B2}"/>
              </a:ext>
            </a:extLst>
          </p:cNvPr>
          <p:cNvSpPr txBox="1"/>
          <p:nvPr/>
        </p:nvSpPr>
        <p:spPr>
          <a:xfrm>
            <a:off x="7473700" y="2422309"/>
            <a:ext cx="1402948" cy="646331"/>
          </a:xfrm>
          <a:prstGeom prst="rect">
            <a:avLst/>
          </a:prstGeom>
          <a:noFill/>
        </p:spPr>
        <p:txBody>
          <a:bodyPr wrap="none" rtlCol="0">
            <a:spAutoFit/>
          </a:bodyPr>
          <a:lstStyle/>
          <a:p>
            <a:r>
              <a:rPr lang="en-US" dirty="0">
                <a:solidFill>
                  <a:schemeClr val="tx1">
                    <a:lumMod val="65000"/>
                    <a:lumOff val="35000"/>
                  </a:schemeClr>
                </a:solidFill>
                <a:latin typeface="+mj-lt"/>
                <a:ea typeface="+mn-ea"/>
                <a:cs typeface="Arial" pitchFamily="34" charset="0"/>
              </a:rPr>
              <a:t>VM</a:t>
            </a:r>
            <a:r>
              <a:rPr lang="ja-JP" altLang="en-US">
                <a:solidFill>
                  <a:schemeClr val="tx1">
                    <a:lumMod val="65000"/>
                    <a:lumOff val="35000"/>
                  </a:schemeClr>
                </a:solidFill>
                <a:latin typeface="+mj-lt"/>
                <a:ea typeface="+mn-ea"/>
                <a:cs typeface="Arial" pitchFamily="34" charset="0"/>
              </a:rPr>
              <a:t>の情報を</a:t>
            </a:r>
            <a:endParaRPr lang="en-US" altLang="ja-JP" dirty="0">
              <a:solidFill>
                <a:schemeClr val="tx1">
                  <a:lumMod val="65000"/>
                  <a:lumOff val="35000"/>
                </a:schemeClr>
              </a:solidFill>
              <a:latin typeface="+mj-lt"/>
              <a:ea typeface="+mn-ea"/>
              <a:cs typeface="Arial" pitchFamily="34" charset="0"/>
            </a:endParaRPr>
          </a:p>
          <a:p>
            <a:r>
              <a:rPr lang="ja-JP" altLang="en-US">
                <a:solidFill>
                  <a:schemeClr val="tx1">
                    <a:lumMod val="65000"/>
                    <a:lumOff val="35000"/>
                  </a:schemeClr>
                </a:solidFill>
                <a:latin typeface="+mj-lt"/>
                <a:ea typeface="+mn-ea"/>
                <a:cs typeface="Arial" pitchFamily="34" charset="0"/>
              </a:rPr>
              <a:t>教えて</a:t>
            </a:r>
            <a:endParaRPr lang="en-US" dirty="0" err="1">
              <a:solidFill>
                <a:schemeClr val="tx1">
                  <a:lumMod val="65000"/>
                  <a:lumOff val="35000"/>
                </a:schemeClr>
              </a:solidFill>
              <a:latin typeface="+mj-lt"/>
              <a:ea typeface="+mn-ea"/>
              <a:cs typeface="Arial" pitchFamily="34" charset="0"/>
            </a:endParaRPr>
          </a:p>
        </p:txBody>
      </p:sp>
      <p:sp>
        <p:nvSpPr>
          <p:cNvPr id="11" name="TextBox 10">
            <a:extLst>
              <a:ext uri="{FF2B5EF4-FFF2-40B4-BE49-F238E27FC236}">
                <a16:creationId xmlns:a16="http://schemas.microsoft.com/office/drawing/2014/main" id="{677C7807-3464-D14C-B074-8046B00D33FC}"/>
              </a:ext>
            </a:extLst>
          </p:cNvPr>
          <p:cNvSpPr txBox="1"/>
          <p:nvPr/>
        </p:nvSpPr>
        <p:spPr>
          <a:xfrm>
            <a:off x="7442740" y="3505567"/>
            <a:ext cx="1556836" cy="369332"/>
          </a:xfrm>
          <a:prstGeom prst="rect">
            <a:avLst/>
          </a:prstGeom>
          <a:noFill/>
        </p:spPr>
        <p:txBody>
          <a:bodyPr wrap="none" rtlCol="0">
            <a:spAutoFit/>
          </a:bodyPr>
          <a:lstStyle/>
          <a:p>
            <a:r>
              <a:rPr lang="en-US" dirty="0">
                <a:solidFill>
                  <a:schemeClr val="tx1">
                    <a:lumMod val="65000"/>
                    <a:lumOff val="35000"/>
                  </a:schemeClr>
                </a:solidFill>
                <a:latin typeface="+mj-lt"/>
                <a:ea typeface="+mn-ea"/>
                <a:cs typeface="Arial" pitchFamily="34" charset="0"/>
              </a:rPr>
              <a:t>VM</a:t>
            </a:r>
            <a:r>
              <a:rPr lang="ja-JP" altLang="en-US">
                <a:solidFill>
                  <a:schemeClr val="tx1">
                    <a:lumMod val="65000"/>
                    <a:lumOff val="35000"/>
                  </a:schemeClr>
                </a:solidFill>
                <a:latin typeface="+mj-lt"/>
                <a:ea typeface="+mn-ea"/>
                <a:cs typeface="Arial" pitchFamily="34" charset="0"/>
              </a:rPr>
              <a:t>を更新して</a:t>
            </a:r>
            <a:endParaRPr lang="en-US" dirty="0" err="1">
              <a:solidFill>
                <a:schemeClr val="tx1">
                  <a:lumMod val="65000"/>
                  <a:lumOff val="35000"/>
                </a:schemeClr>
              </a:solidFill>
              <a:latin typeface="+mj-lt"/>
              <a:ea typeface="+mn-ea"/>
              <a:cs typeface="Arial" pitchFamily="34" charset="0"/>
            </a:endParaRPr>
          </a:p>
        </p:txBody>
      </p:sp>
      <p:sp>
        <p:nvSpPr>
          <p:cNvPr id="12" name="TextBox 11">
            <a:extLst>
              <a:ext uri="{FF2B5EF4-FFF2-40B4-BE49-F238E27FC236}">
                <a16:creationId xmlns:a16="http://schemas.microsoft.com/office/drawing/2014/main" id="{94C40793-30D6-2042-8EA7-E1209562BCE0}"/>
              </a:ext>
            </a:extLst>
          </p:cNvPr>
          <p:cNvSpPr txBox="1"/>
          <p:nvPr/>
        </p:nvSpPr>
        <p:spPr>
          <a:xfrm>
            <a:off x="7452421" y="4360464"/>
            <a:ext cx="1556836" cy="369332"/>
          </a:xfrm>
          <a:prstGeom prst="rect">
            <a:avLst/>
          </a:prstGeom>
          <a:noFill/>
        </p:spPr>
        <p:txBody>
          <a:bodyPr wrap="none" rtlCol="0">
            <a:spAutoFit/>
          </a:bodyPr>
          <a:lstStyle/>
          <a:p>
            <a:r>
              <a:rPr lang="en-US" dirty="0">
                <a:solidFill>
                  <a:schemeClr val="tx1">
                    <a:lumMod val="65000"/>
                    <a:lumOff val="35000"/>
                  </a:schemeClr>
                </a:solidFill>
                <a:latin typeface="+mj-lt"/>
                <a:ea typeface="+mn-ea"/>
                <a:cs typeface="Arial" pitchFamily="34" charset="0"/>
              </a:rPr>
              <a:t>VM</a:t>
            </a:r>
            <a:r>
              <a:rPr lang="ja-JP" altLang="en-US">
                <a:solidFill>
                  <a:schemeClr val="tx1">
                    <a:lumMod val="65000"/>
                    <a:lumOff val="35000"/>
                  </a:schemeClr>
                </a:solidFill>
                <a:latin typeface="+mj-lt"/>
                <a:ea typeface="+mn-ea"/>
                <a:cs typeface="Arial" pitchFamily="34" charset="0"/>
              </a:rPr>
              <a:t>を削除して</a:t>
            </a:r>
            <a:endParaRPr lang="en-US" dirty="0" err="1">
              <a:solidFill>
                <a:schemeClr val="tx1">
                  <a:lumMod val="65000"/>
                  <a:lumOff val="35000"/>
                </a:schemeClr>
              </a:solidFill>
              <a:latin typeface="+mj-lt"/>
              <a:ea typeface="+mn-ea"/>
              <a:cs typeface="Arial" pitchFamily="34" charset="0"/>
            </a:endParaRPr>
          </a:p>
        </p:txBody>
      </p:sp>
      <p:sp>
        <p:nvSpPr>
          <p:cNvPr id="13" name="TextBox 12">
            <a:extLst>
              <a:ext uri="{FF2B5EF4-FFF2-40B4-BE49-F238E27FC236}">
                <a16:creationId xmlns:a16="http://schemas.microsoft.com/office/drawing/2014/main" id="{338AE8CD-BBE6-CC4D-BDE5-C71F0B4C841E}"/>
              </a:ext>
            </a:extLst>
          </p:cNvPr>
          <p:cNvSpPr txBox="1"/>
          <p:nvPr/>
        </p:nvSpPr>
        <p:spPr>
          <a:xfrm>
            <a:off x="3484278" y="1461916"/>
            <a:ext cx="2374433" cy="646331"/>
          </a:xfrm>
          <a:prstGeom prst="rect">
            <a:avLst/>
          </a:prstGeom>
          <a:noFill/>
        </p:spPr>
        <p:txBody>
          <a:bodyPr wrap="none" rtlCol="0">
            <a:spAutoFit/>
          </a:bodyPr>
          <a:lstStyle/>
          <a:p>
            <a:r>
              <a:rPr lang="en-US" dirty="0">
                <a:solidFill>
                  <a:srgbClr val="FF0000"/>
                </a:solidFill>
                <a:latin typeface="+mj-lt"/>
                <a:ea typeface="+mn-ea"/>
                <a:cs typeface="Arial" pitchFamily="34" charset="0"/>
              </a:rPr>
              <a:t>HTTP Post</a:t>
            </a:r>
          </a:p>
          <a:p>
            <a:r>
              <a:rPr lang="en-US" dirty="0">
                <a:solidFill>
                  <a:schemeClr val="tx1">
                    <a:lumMod val="65000"/>
                    <a:lumOff val="35000"/>
                  </a:schemeClr>
                </a:solidFill>
                <a:latin typeface="+mj-lt"/>
                <a:ea typeface="+mn-ea"/>
                <a:cs typeface="Arial" pitchFamily="34" charset="0"/>
              </a:rPr>
              <a:t>http://&lt;</a:t>
            </a:r>
            <a:r>
              <a:rPr lang="en-US" dirty="0" err="1">
                <a:solidFill>
                  <a:schemeClr val="tx1">
                    <a:lumMod val="65000"/>
                    <a:lumOff val="35000"/>
                  </a:schemeClr>
                </a:solidFill>
                <a:latin typeface="+mj-lt"/>
                <a:ea typeface="+mn-ea"/>
                <a:cs typeface="Arial" pitchFamily="34" charset="0"/>
              </a:rPr>
              <a:t>ip</a:t>
            </a:r>
            <a:r>
              <a:rPr lang="en-US" dirty="0">
                <a:solidFill>
                  <a:schemeClr val="tx1">
                    <a:lumMod val="65000"/>
                    <a:lumOff val="35000"/>
                  </a:schemeClr>
                </a:solidFill>
                <a:latin typeface="+mj-lt"/>
                <a:ea typeface="+mn-ea"/>
                <a:cs typeface="Arial" pitchFamily="34" charset="0"/>
              </a:rPr>
              <a:t>&gt;/</a:t>
            </a:r>
            <a:r>
              <a:rPr lang="en-US" dirty="0" err="1">
                <a:solidFill>
                  <a:schemeClr val="tx1">
                    <a:lumMod val="65000"/>
                    <a:lumOff val="35000"/>
                  </a:schemeClr>
                </a:solidFill>
                <a:latin typeface="+mj-lt"/>
                <a:ea typeface="+mn-ea"/>
                <a:cs typeface="Arial" pitchFamily="34" charset="0"/>
              </a:rPr>
              <a:t>api</a:t>
            </a:r>
            <a:r>
              <a:rPr lang="en-US" dirty="0">
                <a:solidFill>
                  <a:schemeClr val="tx1">
                    <a:lumMod val="65000"/>
                    <a:lumOff val="35000"/>
                  </a:schemeClr>
                </a:solidFill>
                <a:latin typeface="+mj-lt"/>
                <a:ea typeface="+mn-ea"/>
                <a:cs typeface="Arial" pitchFamily="34" charset="0"/>
              </a:rPr>
              <a:t>/v1/</a:t>
            </a:r>
            <a:r>
              <a:rPr lang="en-US" dirty="0" err="1">
                <a:solidFill>
                  <a:schemeClr val="tx1">
                    <a:lumMod val="65000"/>
                    <a:lumOff val="35000"/>
                  </a:schemeClr>
                </a:solidFill>
                <a:latin typeface="+mj-lt"/>
                <a:ea typeface="+mn-ea"/>
                <a:cs typeface="Arial" pitchFamily="34" charset="0"/>
              </a:rPr>
              <a:t>vms</a:t>
            </a:r>
            <a:endParaRPr lang="en-US" dirty="0">
              <a:solidFill>
                <a:schemeClr val="tx1">
                  <a:lumMod val="65000"/>
                  <a:lumOff val="35000"/>
                </a:schemeClr>
              </a:solidFill>
              <a:latin typeface="+mj-lt"/>
              <a:ea typeface="+mn-ea"/>
              <a:cs typeface="Arial" pitchFamily="34" charset="0"/>
            </a:endParaRPr>
          </a:p>
        </p:txBody>
      </p:sp>
      <p:sp>
        <p:nvSpPr>
          <p:cNvPr id="14" name="TextBox 13">
            <a:extLst>
              <a:ext uri="{FF2B5EF4-FFF2-40B4-BE49-F238E27FC236}">
                <a16:creationId xmlns:a16="http://schemas.microsoft.com/office/drawing/2014/main" id="{350C3BCF-0399-B148-AACE-DC5E8913AED2}"/>
              </a:ext>
            </a:extLst>
          </p:cNvPr>
          <p:cNvSpPr txBox="1"/>
          <p:nvPr/>
        </p:nvSpPr>
        <p:spPr>
          <a:xfrm>
            <a:off x="3484278" y="2413317"/>
            <a:ext cx="2800831" cy="646331"/>
          </a:xfrm>
          <a:prstGeom prst="rect">
            <a:avLst/>
          </a:prstGeom>
          <a:noFill/>
        </p:spPr>
        <p:txBody>
          <a:bodyPr wrap="none" rtlCol="0">
            <a:spAutoFit/>
          </a:bodyPr>
          <a:lstStyle/>
          <a:p>
            <a:r>
              <a:rPr lang="en-US" dirty="0">
                <a:solidFill>
                  <a:srgbClr val="FF0000"/>
                </a:solidFill>
                <a:latin typeface="+mj-lt"/>
                <a:ea typeface="+mn-ea"/>
                <a:cs typeface="Arial" pitchFamily="34" charset="0"/>
              </a:rPr>
              <a:t>HTTP Get</a:t>
            </a:r>
          </a:p>
          <a:p>
            <a:r>
              <a:rPr lang="en-US" dirty="0">
                <a:solidFill>
                  <a:schemeClr val="tx1">
                    <a:lumMod val="65000"/>
                    <a:lumOff val="35000"/>
                  </a:schemeClr>
                </a:solidFill>
                <a:latin typeface="+mj-lt"/>
                <a:ea typeface="+mn-ea"/>
                <a:cs typeface="Arial" pitchFamily="34" charset="0"/>
              </a:rPr>
              <a:t>http://&lt;</a:t>
            </a:r>
            <a:r>
              <a:rPr lang="en-US" dirty="0" err="1">
                <a:solidFill>
                  <a:schemeClr val="tx1">
                    <a:lumMod val="65000"/>
                    <a:lumOff val="35000"/>
                  </a:schemeClr>
                </a:solidFill>
                <a:latin typeface="+mj-lt"/>
                <a:ea typeface="+mn-ea"/>
                <a:cs typeface="Arial" pitchFamily="34" charset="0"/>
              </a:rPr>
              <a:t>ip</a:t>
            </a:r>
            <a:r>
              <a:rPr lang="en-US" dirty="0">
                <a:solidFill>
                  <a:schemeClr val="tx1">
                    <a:lumMod val="65000"/>
                    <a:lumOff val="35000"/>
                  </a:schemeClr>
                </a:solidFill>
                <a:latin typeface="+mj-lt"/>
                <a:ea typeface="+mn-ea"/>
                <a:cs typeface="Arial" pitchFamily="34" charset="0"/>
              </a:rPr>
              <a:t>&gt;/</a:t>
            </a:r>
            <a:r>
              <a:rPr lang="en-US" dirty="0" err="1">
                <a:solidFill>
                  <a:schemeClr val="tx1">
                    <a:lumMod val="65000"/>
                    <a:lumOff val="35000"/>
                  </a:schemeClr>
                </a:solidFill>
                <a:latin typeface="+mj-lt"/>
                <a:ea typeface="+mn-ea"/>
                <a:cs typeface="Arial" pitchFamily="34" charset="0"/>
              </a:rPr>
              <a:t>api</a:t>
            </a:r>
            <a:r>
              <a:rPr lang="en-US" dirty="0">
                <a:solidFill>
                  <a:schemeClr val="tx1">
                    <a:lumMod val="65000"/>
                    <a:lumOff val="35000"/>
                  </a:schemeClr>
                </a:solidFill>
                <a:latin typeface="+mj-lt"/>
                <a:ea typeface="+mn-ea"/>
                <a:cs typeface="Arial" pitchFamily="34" charset="0"/>
              </a:rPr>
              <a:t>/v1/</a:t>
            </a:r>
            <a:r>
              <a:rPr lang="en-US" dirty="0" err="1">
                <a:solidFill>
                  <a:schemeClr val="tx1">
                    <a:lumMod val="65000"/>
                    <a:lumOff val="35000"/>
                  </a:schemeClr>
                </a:solidFill>
                <a:latin typeface="+mj-lt"/>
                <a:ea typeface="+mn-ea"/>
                <a:cs typeface="Arial" pitchFamily="34" charset="0"/>
              </a:rPr>
              <a:t>vms</a:t>
            </a:r>
            <a:r>
              <a:rPr lang="en-US" dirty="0">
                <a:solidFill>
                  <a:schemeClr val="tx1">
                    <a:lumMod val="65000"/>
                    <a:lumOff val="35000"/>
                  </a:schemeClr>
                </a:solidFill>
                <a:latin typeface="+mj-lt"/>
                <a:ea typeface="+mn-ea"/>
                <a:cs typeface="Arial" pitchFamily="34" charset="0"/>
              </a:rPr>
              <a:t>/pc1</a:t>
            </a:r>
          </a:p>
        </p:txBody>
      </p:sp>
      <p:sp>
        <p:nvSpPr>
          <p:cNvPr id="15" name="TextBox 14">
            <a:extLst>
              <a:ext uri="{FF2B5EF4-FFF2-40B4-BE49-F238E27FC236}">
                <a16:creationId xmlns:a16="http://schemas.microsoft.com/office/drawing/2014/main" id="{D118D9DF-EAEA-F84E-B6FA-DF67E27429D0}"/>
              </a:ext>
            </a:extLst>
          </p:cNvPr>
          <p:cNvSpPr txBox="1"/>
          <p:nvPr/>
        </p:nvSpPr>
        <p:spPr>
          <a:xfrm>
            <a:off x="3484277" y="3314028"/>
            <a:ext cx="2800831" cy="646331"/>
          </a:xfrm>
          <a:prstGeom prst="rect">
            <a:avLst/>
          </a:prstGeom>
          <a:noFill/>
        </p:spPr>
        <p:txBody>
          <a:bodyPr wrap="none" rtlCol="0">
            <a:spAutoFit/>
          </a:bodyPr>
          <a:lstStyle/>
          <a:p>
            <a:r>
              <a:rPr lang="en-US" dirty="0">
                <a:solidFill>
                  <a:srgbClr val="FF0000"/>
                </a:solidFill>
                <a:latin typeface="+mj-lt"/>
                <a:ea typeface="+mn-ea"/>
                <a:cs typeface="Arial" pitchFamily="34" charset="0"/>
              </a:rPr>
              <a:t>HTTP Put</a:t>
            </a:r>
          </a:p>
          <a:p>
            <a:r>
              <a:rPr lang="en-US" dirty="0">
                <a:solidFill>
                  <a:schemeClr val="tx1">
                    <a:lumMod val="65000"/>
                    <a:lumOff val="35000"/>
                  </a:schemeClr>
                </a:solidFill>
                <a:latin typeface="+mj-lt"/>
                <a:ea typeface="+mn-ea"/>
                <a:cs typeface="Arial" pitchFamily="34" charset="0"/>
              </a:rPr>
              <a:t>http://&lt;</a:t>
            </a:r>
            <a:r>
              <a:rPr lang="en-US" dirty="0" err="1">
                <a:solidFill>
                  <a:schemeClr val="tx1">
                    <a:lumMod val="65000"/>
                    <a:lumOff val="35000"/>
                  </a:schemeClr>
                </a:solidFill>
                <a:latin typeface="+mj-lt"/>
                <a:ea typeface="+mn-ea"/>
                <a:cs typeface="Arial" pitchFamily="34" charset="0"/>
              </a:rPr>
              <a:t>ip</a:t>
            </a:r>
            <a:r>
              <a:rPr lang="en-US" dirty="0">
                <a:solidFill>
                  <a:schemeClr val="tx1">
                    <a:lumMod val="65000"/>
                    <a:lumOff val="35000"/>
                  </a:schemeClr>
                </a:solidFill>
                <a:latin typeface="+mj-lt"/>
                <a:ea typeface="+mn-ea"/>
                <a:cs typeface="Arial" pitchFamily="34" charset="0"/>
              </a:rPr>
              <a:t>&gt;/</a:t>
            </a:r>
            <a:r>
              <a:rPr lang="en-US" dirty="0" err="1">
                <a:solidFill>
                  <a:schemeClr val="tx1">
                    <a:lumMod val="65000"/>
                    <a:lumOff val="35000"/>
                  </a:schemeClr>
                </a:solidFill>
                <a:latin typeface="+mj-lt"/>
                <a:ea typeface="+mn-ea"/>
                <a:cs typeface="Arial" pitchFamily="34" charset="0"/>
              </a:rPr>
              <a:t>api</a:t>
            </a:r>
            <a:r>
              <a:rPr lang="en-US" dirty="0">
                <a:solidFill>
                  <a:schemeClr val="tx1">
                    <a:lumMod val="65000"/>
                    <a:lumOff val="35000"/>
                  </a:schemeClr>
                </a:solidFill>
                <a:latin typeface="+mj-lt"/>
                <a:ea typeface="+mn-ea"/>
                <a:cs typeface="Arial" pitchFamily="34" charset="0"/>
              </a:rPr>
              <a:t>/v1/</a:t>
            </a:r>
            <a:r>
              <a:rPr lang="en-US" dirty="0" err="1">
                <a:solidFill>
                  <a:schemeClr val="tx1">
                    <a:lumMod val="65000"/>
                    <a:lumOff val="35000"/>
                  </a:schemeClr>
                </a:solidFill>
                <a:latin typeface="+mj-lt"/>
                <a:ea typeface="+mn-ea"/>
                <a:cs typeface="Arial" pitchFamily="34" charset="0"/>
              </a:rPr>
              <a:t>vms</a:t>
            </a:r>
            <a:r>
              <a:rPr lang="en-US" dirty="0">
                <a:solidFill>
                  <a:schemeClr val="tx1">
                    <a:lumMod val="65000"/>
                    <a:lumOff val="35000"/>
                  </a:schemeClr>
                </a:solidFill>
                <a:latin typeface="+mj-lt"/>
                <a:ea typeface="+mn-ea"/>
                <a:cs typeface="Arial" pitchFamily="34" charset="0"/>
              </a:rPr>
              <a:t>/pc1</a:t>
            </a:r>
          </a:p>
        </p:txBody>
      </p:sp>
      <p:sp>
        <p:nvSpPr>
          <p:cNvPr id="16" name="TextBox 15">
            <a:extLst>
              <a:ext uri="{FF2B5EF4-FFF2-40B4-BE49-F238E27FC236}">
                <a16:creationId xmlns:a16="http://schemas.microsoft.com/office/drawing/2014/main" id="{57BE565B-77F3-2147-B9F0-58A3ACF2671E}"/>
              </a:ext>
            </a:extLst>
          </p:cNvPr>
          <p:cNvSpPr txBox="1"/>
          <p:nvPr/>
        </p:nvSpPr>
        <p:spPr>
          <a:xfrm>
            <a:off x="3484276" y="4188357"/>
            <a:ext cx="2800831" cy="646331"/>
          </a:xfrm>
          <a:prstGeom prst="rect">
            <a:avLst/>
          </a:prstGeom>
          <a:noFill/>
        </p:spPr>
        <p:txBody>
          <a:bodyPr wrap="none" rtlCol="0">
            <a:spAutoFit/>
          </a:bodyPr>
          <a:lstStyle/>
          <a:p>
            <a:r>
              <a:rPr lang="en-US" dirty="0">
                <a:solidFill>
                  <a:srgbClr val="FF0000"/>
                </a:solidFill>
                <a:latin typeface="+mj-lt"/>
                <a:ea typeface="+mn-ea"/>
                <a:cs typeface="Arial" pitchFamily="34" charset="0"/>
              </a:rPr>
              <a:t>HTTP Delete</a:t>
            </a:r>
          </a:p>
          <a:p>
            <a:r>
              <a:rPr lang="en-US" dirty="0">
                <a:solidFill>
                  <a:schemeClr val="tx1">
                    <a:lumMod val="65000"/>
                    <a:lumOff val="35000"/>
                  </a:schemeClr>
                </a:solidFill>
                <a:latin typeface="+mj-lt"/>
                <a:ea typeface="+mn-ea"/>
                <a:cs typeface="Arial" pitchFamily="34" charset="0"/>
              </a:rPr>
              <a:t>http://&lt;</a:t>
            </a:r>
            <a:r>
              <a:rPr lang="en-US" dirty="0" err="1">
                <a:solidFill>
                  <a:schemeClr val="tx1">
                    <a:lumMod val="65000"/>
                    <a:lumOff val="35000"/>
                  </a:schemeClr>
                </a:solidFill>
                <a:latin typeface="+mj-lt"/>
                <a:ea typeface="+mn-ea"/>
                <a:cs typeface="Arial" pitchFamily="34" charset="0"/>
              </a:rPr>
              <a:t>ip</a:t>
            </a:r>
            <a:r>
              <a:rPr lang="en-US" dirty="0">
                <a:solidFill>
                  <a:schemeClr val="tx1">
                    <a:lumMod val="65000"/>
                    <a:lumOff val="35000"/>
                  </a:schemeClr>
                </a:solidFill>
                <a:latin typeface="+mj-lt"/>
                <a:ea typeface="+mn-ea"/>
                <a:cs typeface="Arial" pitchFamily="34" charset="0"/>
              </a:rPr>
              <a:t>&gt;/</a:t>
            </a:r>
            <a:r>
              <a:rPr lang="en-US" dirty="0" err="1">
                <a:solidFill>
                  <a:schemeClr val="tx1">
                    <a:lumMod val="65000"/>
                    <a:lumOff val="35000"/>
                  </a:schemeClr>
                </a:solidFill>
                <a:latin typeface="+mj-lt"/>
                <a:ea typeface="+mn-ea"/>
                <a:cs typeface="Arial" pitchFamily="34" charset="0"/>
              </a:rPr>
              <a:t>api</a:t>
            </a:r>
            <a:r>
              <a:rPr lang="en-US" dirty="0">
                <a:solidFill>
                  <a:schemeClr val="tx1">
                    <a:lumMod val="65000"/>
                    <a:lumOff val="35000"/>
                  </a:schemeClr>
                </a:solidFill>
                <a:latin typeface="+mj-lt"/>
                <a:ea typeface="+mn-ea"/>
                <a:cs typeface="Arial" pitchFamily="34" charset="0"/>
              </a:rPr>
              <a:t>/v1/</a:t>
            </a:r>
            <a:r>
              <a:rPr lang="en-US" dirty="0" err="1">
                <a:solidFill>
                  <a:schemeClr val="tx1">
                    <a:lumMod val="65000"/>
                    <a:lumOff val="35000"/>
                  </a:schemeClr>
                </a:solidFill>
                <a:latin typeface="+mj-lt"/>
                <a:ea typeface="+mn-ea"/>
                <a:cs typeface="Arial" pitchFamily="34" charset="0"/>
              </a:rPr>
              <a:t>vms</a:t>
            </a:r>
            <a:r>
              <a:rPr lang="en-US" dirty="0">
                <a:solidFill>
                  <a:schemeClr val="tx1">
                    <a:lumMod val="65000"/>
                    <a:lumOff val="35000"/>
                  </a:schemeClr>
                </a:solidFill>
                <a:latin typeface="+mj-lt"/>
                <a:ea typeface="+mn-ea"/>
                <a:cs typeface="Arial" pitchFamily="34" charset="0"/>
              </a:rPr>
              <a:t>/pc1</a:t>
            </a:r>
          </a:p>
        </p:txBody>
      </p:sp>
      <p:sp>
        <p:nvSpPr>
          <p:cNvPr id="17" name="Right Arrow 16">
            <a:extLst>
              <a:ext uri="{FF2B5EF4-FFF2-40B4-BE49-F238E27FC236}">
                <a16:creationId xmlns:a16="http://schemas.microsoft.com/office/drawing/2014/main" id="{BCFC3BBA-00EB-5B44-A23E-52D1CF0CDD81}"/>
              </a:ext>
            </a:extLst>
          </p:cNvPr>
          <p:cNvSpPr/>
          <p:nvPr/>
        </p:nvSpPr>
        <p:spPr bwMode="gray">
          <a:xfrm rot="10800000">
            <a:off x="2626270" y="3785791"/>
            <a:ext cx="501489" cy="504202"/>
          </a:xfrm>
          <a:prstGeom prst="rightArrow">
            <a:avLst/>
          </a:prstGeom>
          <a:gradFill>
            <a:gsLst>
              <a:gs pos="0">
                <a:schemeClr val="accent1"/>
              </a:gs>
              <a:gs pos="100000">
                <a:schemeClr val="accent1">
                  <a:lumMod val="86000"/>
                </a:schemeClr>
              </a:gs>
            </a:gsLst>
            <a:lin ang="5400000" scaled="0"/>
          </a:gradFill>
          <a:ln>
            <a:noFill/>
          </a:ln>
          <a:scene3d>
            <a:camera prst="orthographicFront"/>
            <a:lightRig rig="threePt" dir="t"/>
          </a:scene3d>
          <a:sp3d prstMaterial="plastic">
            <a:bevelT w="19050" h="6350"/>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solidFill>
                <a:srgbClr val="C7C9CC"/>
              </a:solidFill>
              <a:latin typeface="+mj-lt"/>
              <a:cs typeface="Arial" pitchFamily="34" charset="0"/>
            </a:endParaRPr>
          </a:p>
        </p:txBody>
      </p:sp>
      <p:sp>
        <p:nvSpPr>
          <p:cNvPr id="18" name="TextBox 17">
            <a:extLst>
              <a:ext uri="{FF2B5EF4-FFF2-40B4-BE49-F238E27FC236}">
                <a16:creationId xmlns:a16="http://schemas.microsoft.com/office/drawing/2014/main" id="{D4F3E248-2CC3-294B-80FC-488D9C76C589}"/>
              </a:ext>
            </a:extLst>
          </p:cNvPr>
          <p:cNvSpPr txBox="1"/>
          <p:nvPr/>
        </p:nvSpPr>
        <p:spPr>
          <a:xfrm>
            <a:off x="2361721" y="3348926"/>
            <a:ext cx="944297" cy="369332"/>
          </a:xfrm>
          <a:prstGeom prst="rect">
            <a:avLst/>
          </a:prstGeom>
          <a:noFill/>
        </p:spPr>
        <p:txBody>
          <a:bodyPr wrap="none" rtlCol="0">
            <a:spAutoFit/>
          </a:bodyPr>
          <a:lstStyle/>
          <a:p>
            <a:r>
              <a:rPr lang="en-US" dirty="0">
                <a:solidFill>
                  <a:schemeClr val="tx1">
                    <a:lumMod val="65000"/>
                    <a:lumOff val="35000"/>
                  </a:schemeClr>
                </a:solidFill>
                <a:latin typeface="+mj-lt"/>
                <a:ea typeface="+mn-ea"/>
                <a:cs typeface="Arial" pitchFamily="34" charset="0"/>
              </a:rPr>
              <a:t>Request</a:t>
            </a:r>
          </a:p>
        </p:txBody>
      </p:sp>
    </p:spTree>
    <p:extLst>
      <p:ext uri="{BB962C8B-B14F-4D97-AF65-F5344CB8AC3E}">
        <p14:creationId xmlns:p14="http://schemas.microsoft.com/office/powerpoint/2010/main" val="12106813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2367" y="190829"/>
            <a:ext cx="8311710" cy="410612"/>
          </a:xfrm>
        </p:spPr>
        <p:txBody>
          <a:bodyPr/>
          <a:lstStyle/>
          <a:p>
            <a:pPr>
              <a:lnSpc>
                <a:spcPct val="100000"/>
              </a:lnSpc>
            </a:pPr>
            <a:r>
              <a:rPr lang="ja-JP" altLang="en-US" sz="2400"/>
              <a:t>サーバーからの応答</a:t>
            </a:r>
            <a:endParaRPr lang="en-US" sz="2400" dirty="0"/>
          </a:p>
        </p:txBody>
      </p:sp>
      <p:sp>
        <p:nvSpPr>
          <p:cNvPr id="7" name="Content Placeholder 6">
            <a:extLst>
              <a:ext uri="{FF2B5EF4-FFF2-40B4-BE49-F238E27FC236}">
                <a16:creationId xmlns:a16="http://schemas.microsoft.com/office/drawing/2014/main" id="{A267C904-C919-5042-BD5D-4AEC516BB90E}"/>
              </a:ext>
            </a:extLst>
          </p:cNvPr>
          <p:cNvSpPr>
            <a:spLocks noGrp="1"/>
          </p:cNvSpPr>
          <p:nvPr>
            <p:ph idx="1"/>
          </p:nvPr>
        </p:nvSpPr>
        <p:spPr/>
        <p:txBody>
          <a:bodyPr/>
          <a:lstStyle/>
          <a:p>
            <a:pPr marL="342900" indent="-342900">
              <a:buFont typeface="Arial" panose="020B0604020202020204" pitchFamily="34" charset="0"/>
              <a:buChar char="•"/>
            </a:pPr>
            <a:r>
              <a:rPr lang="en-US" sz="1800" dirty="0"/>
              <a:t>HTTP</a:t>
            </a:r>
            <a:r>
              <a:rPr lang="ja-JP" altLang="en-US" sz="1800"/>
              <a:t>レスポンス</a:t>
            </a:r>
            <a:r>
              <a:rPr lang="en-US" altLang="ja-JP" sz="1800" dirty="0"/>
              <a:t> : </a:t>
            </a:r>
            <a:r>
              <a:rPr lang="ja-JP" altLang="en-US" sz="1800"/>
              <a:t>クライアントからのリクエストに対する応答。以下を持つ</a:t>
            </a:r>
            <a:endParaRPr lang="en-US" altLang="ja-JP" sz="1800" dirty="0"/>
          </a:p>
          <a:p>
            <a:pPr marL="342900" indent="-342900">
              <a:buFont typeface="Arial" panose="020B0604020202020204" pitchFamily="34" charset="0"/>
              <a:buChar char="•"/>
            </a:pPr>
            <a:r>
              <a:rPr lang="ja-JP" altLang="en-US" sz="1800"/>
              <a:t>レスポンスコード</a:t>
            </a:r>
            <a:r>
              <a:rPr lang="en-US" altLang="ja-JP" sz="1800" dirty="0"/>
              <a:t> : </a:t>
            </a:r>
            <a:r>
              <a:rPr lang="ja-JP" altLang="en-US" sz="1800"/>
              <a:t>処理に成功したか失敗したかなどを表す数値</a:t>
            </a:r>
            <a:endParaRPr lang="en-US" altLang="ja-JP" sz="1800" dirty="0"/>
          </a:p>
          <a:p>
            <a:pPr marL="342900" indent="-342900">
              <a:buFont typeface="Arial" panose="020B0604020202020204" pitchFamily="34" charset="0"/>
              <a:buChar char="•"/>
            </a:pPr>
            <a:r>
              <a:rPr lang="ja-JP" altLang="en-US" sz="1800"/>
              <a:t>ボディ</a:t>
            </a:r>
            <a:r>
              <a:rPr lang="en-US" altLang="ja-JP" sz="1800" dirty="0"/>
              <a:t> : </a:t>
            </a:r>
            <a:r>
              <a:rPr lang="ja-JP" altLang="en-US" sz="1800"/>
              <a:t>要求されたデータ。</a:t>
            </a:r>
            <a:r>
              <a:rPr lang="en-US" altLang="ja-JP" sz="1800" dirty="0"/>
              <a:t>REST API</a:t>
            </a:r>
            <a:r>
              <a:rPr lang="ja-JP" altLang="en-US" sz="1800"/>
              <a:t>の場合は後述する</a:t>
            </a:r>
            <a:r>
              <a:rPr lang="en-US" altLang="ja-JP" sz="1800" dirty="0"/>
              <a:t>JSON</a:t>
            </a:r>
            <a:endParaRPr lang="en-US" sz="1800" dirty="0"/>
          </a:p>
        </p:txBody>
      </p:sp>
      <p:pic>
        <p:nvPicPr>
          <p:cNvPr id="5" name="Picture 4">
            <a:extLst>
              <a:ext uri="{FF2B5EF4-FFF2-40B4-BE49-F238E27FC236}">
                <a16:creationId xmlns:a16="http://schemas.microsoft.com/office/drawing/2014/main" id="{D951D734-1340-D846-A405-5707EC194D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79312" y="3055724"/>
            <a:ext cx="2139652" cy="590249"/>
          </a:xfrm>
          <a:prstGeom prst="rect">
            <a:avLst/>
          </a:prstGeom>
        </p:spPr>
      </p:pic>
      <p:pic>
        <p:nvPicPr>
          <p:cNvPr id="6" name="Picture 5">
            <a:extLst>
              <a:ext uri="{FF2B5EF4-FFF2-40B4-BE49-F238E27FC236}">
                <a16:creationId xmlns:a16="http://schemas.microsoft.com/office/drawing/2014/main" id="{4D759309-03FF-9C45-AF9F-396B9AFF63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9075" y="3296491"/>
            <a:ext cx="873655" cy="873655"/>
          </a:xfrm>
          <a:prstGeom prst="rect">
            <a:avLst/>
          </a:prstGeom>
        </p:spPr>
      </p:pic>
      <p:sp>
        <p:nvSpPr>
          <p:cNvPr id="14" name="TextBox 13">
            <a:extLst>
              <a:ext uri="{FF2B5EF4-FFF2-40B4-BE49-F238E27FC236}">
                <a16:creationId xmlns:a16="http://schemas.microsoft.com/office/drawing/2014/main" id="{350C3BCF-0399-B148-AACE-DC5E8913AED2}"/>
              </a:ext>
            </a:extLst>
          </p:cNvPr>
          <p:cNvSpPr txBox="1"/>
          <p:nvPr/>
        </p:nvSpPr>
        <p:spPr>
          <a:xfrm>
            <a:off x="2233294" y="2835489"/>
            <a:ext cx="2800831" cy="646331"/>
          </a:xfrm>
          <a:prstGeom prst="rect">
            <a:avLst/>
          </a:prstGeom>
          <a:noFill/>
        </p:spPr>
        <p:txBody>
          <a:bodyPr wrap="none" rtlCol="0">
            <a:spAutoFit/>
          </a:bodyPr>
          <a:lstStyle/>
          <a:p>
            <a:r>
              <a:rPr lang="en-US" dirty="0">
                <a:solidFill>
                  <a:schemeClr val="tx2"/>
                </a:solidFill>
                <a:latin typeface="+mj-lt"/>
                <a:ea typeface="+mn-ea"/>
                <a:cs typeface="Arial" pitchFamily="34" charset="0"/>
              </a:rPr>
              <a:t>HTTP Get</a:t>
            </a:r>
          </a:p>
          <a:p>
            <a:r>
              <a:rPr lang="en-US" dirty="0">
                <a:solidFill>
                  <a:schemeClr val="tx2"/>
                </a:solidFill>
                <a:latin typeface="+mj-lt"/>
                <a:ea typeface="+mn-ea"/>
                <a:cs typeface="Arial" pitchFamily="34" charset="0"/>
              </a:rPr>
              <a:t>http://&lt;</a:t>
            </a:r>
            <a:r>
              <a:rPr lang="en-US" dirty="0" err="1">
                <a:solidFill>
                  <a:schemeClr val="tx2"/>
                </a:solidFill>
                <a:latin typeface="+mj-lt"/>
                <a:ea typeface="+mn-ea"/>
                <a:cs typeface="Arial" pitchFamily="34" charset="0"/>
              </a:rPr>
              <a:t>ip</a:t>
            </a:r>
            <a:r>
              <a:rPr lang="en-US" dirty="0">
                <a:solidFill>
                  <a:schemeClr val="tx2"/>
                </a:solidFill>
                <a:latin typeface="+mj-lt"/>
                <a:ea typeface="+mn-ea"/>
                <a:cs typeface="Arial" pitchFamily="34" charset="0"/>
              </a:rPr>
              <a:t>&gt;/</a:t>
            </a:r>
            <a:r>
              <a:rPr lang="en-US" dirty="0" err="1">
                <a:solidFill>
                  <a:schemeClr val="tx2"/>
                </a:solidFill>
                <a:latin typeface="+mj-lt"/>
                <a:ea typeface="+mn-ea"/>
                <a:cs typeface="Arial" pitchFamily="34" charset="0"/>
              </a:rPr>
              <a:t>api</a:t>
            </a:r>
            <a:r>
              <a:rPr lang="en-US" dirty="0">
                <a:solidFill>
                  <a:schemeClr val="tx2"/>
                </a:solidFill>
                <a:latin typeface="+mj-lt"/>
                <a:ea typeface="+mn-ea"/>
                <a:cs typeface="Arial" pitchFamily="34" charset="0"/>
              </a:rPr>
              <a:t>/v1/</a:t>
            </a:r>
            <a:r>
              <a:rPr lang="en-US" dirty="0" err="1">
                <a:solidFill>
                  <a:schemeClr val="tx2"/>
                </a:solidFill>
                <a:latin typeface="+mj-lt"/>
                <a:ea typeface="+mn-ea"/>
                <a:cs typeface="Arial" pitchFamily="34" charset="0"/>
              </a:rPr>
              <a:t>vms</a:t>
            </a:r>
            <a:r>
              <a:rPr lang="en-US" dirty="0">
                <a:solidFill>
                  <a:schemeClr val="tx2"/>
                </a:solidFill>
                <a:latin typeface="+mj-lt"/>
                <a:ea typeface="+mn-ea"/>
                <a:cs typeface="Arial" pitchFamily="34" charset="0"/>
              </a:rPr>
              <a:t>/pc1</a:t>
            </a:r>
          </a:p>
        </p:txBody>
      </p:sp>
      <p:sp>
        <p:nvSpPr>
          <p:cNvPr id="17" name="Right Arrow 16">
            <a:extLst>
              <a:ext uri="{FF2B5EF4-FFF2-40B4-BE49-F238E27FC236}">
                <a16:creationId xmlns:a16="http://schemas.microsoft.com/office/drawing/2014/main" id="{BCFC3BBA-00EB-5B44-A23E-52D1CF0CDD81}"/>
              </a:ext>
            </a:extLst>
          </p:cNvPr>
          <p:cNvSpPr/>
          <p:nvPr/>
        </p:nvSpPr>
        <p:spPr bwMode="gray">
          <a:xfrm>
            <a:off x="5573378" y="2948864"/>
            <a:ext cx="501489" cy="504202"/>
          </a:xfrm>
          <a:prstGeom prst="rightArrow">
            <a:avLst/>
          </a:prstGeom>
          <a:gradFill>
            <a:gsLst>
              <a:gs pos="0">
                <a:schemeClr val="accent1"/>
              </a:gs>
              <a:gs pos="100000">
                <a:schemeClr val="accent1">
                  <a:lumMod val="86000"/>
                </a:schemeClr>
              </a:gs>
            </a:gsLst>
            <a:lin ang="5400000" scaled="0"/>
          </a:gradFill>
          <a:ln>
            <a:noFill/>
          </a:ln>
          <a:scene3d>
            <a:camera prst="orthographicFront"/>
            <a:lightRig rig="threePt" dir="t"/>
          </a:scene3d>
          <a:sp3d prstMaterial="plastic">
            <a:bevelT w="19050" h="6350"/>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solidFill>
                <a:srgbClr val="C7C9CC"/>
              </a:solidFill>
              <a:latin typeface="+mj-lt"/>
              <a:cs typeface="Arial" pitchFamily="34" charset="0"/>
            </a:endParaRPr>
          </a:p>
        </p:txBody>
      </p:sp>
      <p:sp>
        <p:nvSpPr>
          <p:cNvPr id="18" name="TextBox 17">
            <a:extLst>
              <a:ext uri="{FF2B5EF4-FFF2-40B4-BE49-F238E27FC236}">
                <a16:creationId xmlns:a16="http://schemas.microsoft.com/office/drawing/2014/main" id="{D4F3E248-2CC3-294B-80FC-488D9C76C589}"/>
              </a:ext>
            </a:extLst>
          </p:cNvPr>
          <p:cNvSpPr txBox="1"/>
          <p:nvPr/>
        </p:nvSpPr>
        <p:spPr>
          <a:xfrm>
            <a:off x="5351973" y="2483945"/>
            <a:ext cx="944297" cy="369332"/>
          </a:xfrm>
          <a:prstGeom prst="rect">
            <a:avLst/>
          </a:prstGeom>
          <a:noFill/>
        </p:spPr>
        <p:txBody>
          <a:bodyPr wrap="none" rtlCol="0">
            <a:spAutoFit/>
          </a:bodyPr>
          <a:lstStyle/>
          <a:p>
            <a:r>
              <a:rPr lang="en-US" dirty="0">
                <a:solidFill>
                  <a:schemeClr val="tx1">
                    <a:lumMod val="65000"/>
                    <a:lumOff val="35000"/>
                  </a:schemeClr>
                </a:solidFill>
                <a:latin typeface="+mj-lt"/>
                <a:ea typeface="+mn-ea"/>
                <a:cs typeface="Arial" pitchFamily="34" charset="0"/>
              </a:rPr>
              <a:t>Request</a:t>
            </a:r>
          </a:p>
        </p:txBody>
      </p:sp>
      <p:sp>
        <p:nvSpPr>
          <p:cNvPr id="19" name="Right Arrow 18">
            <a:extLst>
              <a:ext uri="{FF2B5EF4-FFF2-40B4-BE49-F238E27FC236}">
                <a16:creationId xmlns:a16="http://schemas.microsoft.com/office/drawing/2014/main" id="{ACC863EB-F849-744C-B0CD-8324957F7FD2}"/>
              </a:ext>
            </a:extLst>
          </p:cNvPr>
          <p:cNvSpPr/>
          <p:nvPr/>
        </p:nvSpPr>
        <p:spPr bwMode="gray">
          <a:xfrm rot="10800000">
            <a:off x="2496375" y="3803803"/>
            <a:ext cx="501489" cy="504202"/>
          </a:xfrm>
          <a:prstGeom prst="rightArrow">
            <a:avLst/>
          </a:prstGeom>
          <a:gradFill>
            <a:gsLst>
              <a:gs pos="0">
                <a:schemeClr val="accent1"/>
              </a:gs>
              <a:gs pos="100000">
                <a:schemeClr val="accent1">
                  <a:lumMod val="86000"/>
                </a:schemeClr>
              </a:gs>
            </a:gsLst>
            <a:lin ang="5400000" scaled="0"/>
          </a:gradFill>
          <a:ln>
            <a:noFill/>
          </a:ln>
          <a:scene3d>
            <a:camera prst="orthographicFront"/>
            <a:lightRig rig="threePt" dir="t"/>
          </a:scene3d>
          <a:sp3d prstMaterial="plastic">
            <a:bevelT w="19050" h="6350"/>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solidFill>
                <a:srgbClr val="C7C9CC"/>
              </a:solidFill>
              <a:latin typeface="+mj-lt"/>
              <a:cs typeface="Arial" pitchFamily="34" charset="0"/>
            </a:endParaRPr>
          </a:p>
        </p:txBody>
      </p:sp>
      <p:sp>
        <p:nvSpPr>
          <p:cNvPr id="20" name="TextBox 19">
            <a:extLst>
              <a:ext uri="{FF2B5EF4-FFF2-40B4-BE49-F238E27FC236}">
                <a16:creationId xmlns:a16="http://schemas.microsoft.com/office/drawing/2014/main" id="{A241BF31-6186-E74B-B199-770132FE9002}"/>
              </a:ext>
            </a:extLst>
          </p:cNvPr>
          <p:cNvSpPr txBox="1"/>
          <p:nvPr/>
        </p:nvSpPr>
        <p:spPr>
          <a:xfrm>
            <a:off x="2206361" y="4393954"/>
            <a:ext cx="1081515" cy="369332"/>
          </a:xfrm>
          <a:prstGeom prst="rect">
            <a:avLst/>
          </a:prstGeom>
          <a:noFill/>
        </p:spPr>
        <p:txBody>
          <a:bodyPr wrap="none" rtlCol="0">
            <a:spAutoFit/>
          </a:bodyPr>
          <a:lstStyle/>
          <a:p>
            <a:r>
              <a:rPr lang="en-US" dirty="0">
                <a:solidFill>
                  <a:schemeClr val="tx1">
                    <a:lumMod val="65000"/>
                    <a:lumOff val="35000"/>
                  </a:schemeClr>
                </a:solidFill>
                <a:latin typeface="+mj-lt"/>
                <a:ea typeface="+mn-ea"/>
                <a:cs typeface="Arial" pitchFamily="34" charset="0"/>
              </a:rPr>
              <a:t>Response</a:t>
            </a:r>
          </a:p>
        </p:txBody>
      </p:sp>
      <p:sp>
        <p:nvSpPr>
          <p:cNvPr id="21" name="TextBox 20">
            <a:extLst>
              <a:ext uri="{FF2B5EF4-FFF2-40B4-BE49-F238E27FC236}">
                <a16:creationId xmlns:a16="http://schemas.microsoft.com/office/drawing/2014/main" id="{96C4E03C-34BF-A944-A778-379E96306261}"/>
              </a:ext>
            </a:extLst>
          </p:cNvPr>
          <p:cNvSpPr txBox="1"/>
          <p:nvPr/>
        </p:nvSpPr>
        <p:spPr>
          <a:xfrm>
            <a:off x="3652836" y="3733319"/>
            <a:ext cx="2672526" cy="646331"/>
          </a:xfrm>
          <a:prstGeom prst="rect">
            <a:avLst/>
          </a:prstGeom>
          <a:noFill/>
        </p:spPr>
        <p:txBody>
          <a:bodyPr wrap="none" rtlCol="0">
            <a:spAutoFit/>
          </a:bodyPr>
          <a:lstStyle/>
          <a:p>
            <a:r>
              <a:rPr lang="en-US" dirty="0">
                <a:solidFill>
                  <a:schemeClr val="tx2"/>
                </a:solidFill>
                <a:latin typeface="+mj-lt"/>
                <a:ea typeface="+mn-ea"/>
                <a:cs typeface="Arial" pitchFamily="34" charset="0"/>
              </a:rPr>
              <a:t>200 OK</a:t>
            </a:r>
          </a:p>
          <a:p>
            <a:r>
              <a:rPr lang="en-US" dirty="0">
                <a:solidFill>
                  <a:schemeClr val="tx2"/>
                </a:solidFill>
                <a:latin typeface="+mj-lt"/>
                <a:ea typeface="+mn-ea"/>
                <a:cs typeface="Arial" pitchFamily="34" charset="0"/>
              </a:rPr>
              <a:t>{name:win01, num_cpu:2}</a:t>
            </a:r>
          </a:p>
        </p:txBody>
      </p:sp>
      <p:sp>
        <p:nvSpPr>
          <p:cNvPr id="3" name="Rounded Rectangular Callout 2">
            <a:extLst>
              <a:ext uri="{FF2B5EF4-FFF2-40B4-BE49-F238E27FC236}">
                <a16:creationId xmlns:a16="http://schemas.microsoft.com/office/drawing/2014/main" id="{7DE8982C-42F6-2A45-8C38-A81834C56956}"/>
              </a:ext>
            </a:extLst>
          </p:cNvPr>
          <p:cNvSpPr/>
          <p:nvPr/>
        </p:nvSpPr>
        <p:spPr bwMode="gray">
          <a:xfrm>
            <a:off x="505064" y="2127523"/>
            <a:ext cx="1685828" cy="847200"/>
          </a:xfrm>
          <a:prstGeom prst="wedgeRoundRectCallout">
            <a:avLst>
              <a:gd name="adj1" fmla="val -20833"/>
              <a:gd name="adj2" fmla="val 71578"/>
              <a:gd name="adj3" fmla="val 16667"/>
            </a:avLst>
          </a:prstGeom>
          <a:solidFill>
            <a:schemeClr val="accent1"/>
          </a:solidFill>
          <a:ln>
            <a:noFill/>
          </a:ln>
          <a:scene3d>
            <a:camera prst="orthographicFront"/>
            <a:lightRig rig="threePt" dir="t"/>
          </a:scene3d>
          <a:sp3d prstMaterial="plastic">
            <a:bevelT w="19050" h="6350"/>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solidFill>
                <a:srgbClr val="C7C9CC"/>
              </a:solidFill>
              <a:latin typeface="+mj-lt"/>
              <a:cs typeface="Arial" pitchFamily="34" charset="0"/>
            </a:endParaRPr>
          </a:p>
        </p:txBody>
      </p:sp>
      <p:sp>
        <p:nvSpPr>
          <p:cNvPr id="15" name="TextBox 14">
            <a:extLst>
              <a:ext uri="{FF2B5EF4-FFF2-40B4-BE49-F238E27FC236}">
                <a16:creationId xmlns:a16="http://schemas.microsoft.com/office/drawing/2014/main" id="{52ABED16-DB0C-334A-BF9B-E6ACA784E857}"/>
              </a:ext>
            </a:extLst>
          </p:cNvPr>
          <p:cNvSpPr txBox="1"/>
          <p:nvPr/>
        </p:nvSpPr>
        <p:spPr>
          <a:xfrm>
            <a:off x="646504" y="2222642"/>
            <a:ext cx="1402948" cy="646331"/>
          </a:xfrm>
          <a:prstGeom prst="rect">
            <a:avLst/>
          </a:prstGeom>
          <a:noFill/>
        </p:spPr>
        <p:txBody>
          <a:bodyPr wrap="none" rtlCol="0">
            <a:spAutoFit/>
          </a:bodyPr>
          <a:lstStyle/>
          <a:p>
            <a:r>
              <a:rPr lang="en-US" dirty="0">
                <a:solidFill>
                  <a:schemeClr val="bg1"/>
                </a:solidFill>
                <a:latin typeface="+mj-lt"/>
                <a:ea typeface="+mn-ea"/>
                <a:cs typeface="Arial" pitchFamily="34" charset="0"/>
              </a:rPr>
              <a:t>VM</a:t>
            </a:r>
            <a:r>
              <a:rPr lang="ja-JP" altLang="en-US">
                <a:solidFill>
                  <a:schemeClr val="bg1"/>
                </a:solidFill>
                <a:latin typeface="+mj-lt"/>
                <a:ea typeface="+mn-ea"/>
                <a:cs typeface="Arial" pitchFamily="34" charset="0"/>
              </a:rPr>
              <a:t>の情報を</a:t>
            </a:r>
            <a:endParaRPr lang="en-US" altLang="ja-JP" dirty="0">
              <a:solidFill>
                <a:schemeClr val="bg1"/>
              </a:solidFill>
              <a:latin typeface="+mj-lt"/>
              <a:ea typeface="+mn-ea"/>
              <a:cs typeface="Arial" pitchFamily="34" charset="0"/>
            </a:endParaRPr>
          </a:p>
          <a:p>
            <a:r>
              <a:rPr lang="ja-JP" altLang="en-US">
                <a:solidFill>
                  <a:schemeClr val="bg1"/>
                </a:solidFill>
                <a:latin typeface="+mj-lt"/>
                <a:ea typeface="+mn-ea"/>
                <a:cs typeface="Arial" pitchFamily="34" charset="0"/>
              </a:rPr>
              <a:t>教えて</a:t>
            </a:r>
            <a:endParaRPr lang="en-US" dirty="0" err="1">
              <a:solidFill>
                <a:schemeClr val="bg1"/>
              </a:solidFill>
              <a:latin typeface="+mj-lt"/>
              <a:ea typeface="+mn-ea"/>
              <a:cs typeface="Arial" pitchFamily="34" charset="0"/>
            </a:endParaRPr>
          </a:p>
        </p:txBody>
      </p:sp>
      <p:sp>
        <p:nvSpPr>
          <p:cNvPr id="16" name="Rounded Rectangular Callout 15">
            <a:extLst>
              <a:ext uri="{FF2B5EF4-FFF2-40B4-BE49-F238E27FC236}">
                <a16:creationId xmlns:a16="http://schemas.microsoft.com/office/drawing/2014/main" id="{5713387B-B791-7D40-B306-57B0CBC3E52A}"/>
              </a:ext>
            </a:extLst>
          </p:cNvPr>
          <p:cNvSpPr/>
          <p:nvPr/>
        </p:nvSpPr>
        <p:spPr bwMode="gray">
          <a:xfrm>
            <a:off x="6925805" y="3955525"/>
            <a:ext cx="1685828" cy="847200"/>
          </a:xfrm>
          <a:prstGeom prst="wedgeRoundRectCallout">
            <a:avLst>
              <a:gd name="adj1" fmla="val -22354"/>
              <a:gd name="adj2" fmla="val -77711"/>
              <a:gd name="adj3" fmla="val 16667"/>
            </a:avLst>
          </a:prstGeom>
          <a:solidFill>
            <a:schemeClr val="accent1"/>
          </a:solidFill>
          <a:ln>
            <a:noFill/>
          </a:ln>
          <a:scene3d>
            <a:camera prst="orthographicFront"/>
            <a:lightRig rig="threePt" dir="t"/>
          </a:scene3d>
          <a:sp3d prstMaterial="plastic">
            <a:bevelT w="19050" h="6350"/>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solidFill>
                <a:srgbClr val="C7C9CC"/>
              </a:solidFill>
              <a:latin typeface="+mj-lt"/>
              <a:cs typeface="Arial" pitchFamily="34" charset="0"/>
            </a:endParaRPr>
          </a:p>
        </p:txBody>
      </p:sp>
      <p:sp>
        <p:nvSpPr>
          <p:cNvPr id="22" name="TextBox 21">
            <a:extLst>
              <a:ext uri="{FF2B5EF4-FFF2-40B4-BE49-F238E27FC236}">
                <a16:creationId xmlns:a16="http://schemas.microsoft.com/office/drawing/2014/main" id="{D1CEA13E-1BBF-BB43-97A2-31AFC610A2E3}"/>
              </a:ext>
            </a:extLst>
          </p:cNvPr>
          <p:cNvSpPr txBox="1"/>
          <p:nvPr/>
        </p:nvSpPr>
        <p:spPr>
          <a:xfrm>
            <a:off x="7067245" y="4050644"/>
            <a:ext cx="1390124" cy="646331"/>
          </a:xfrm>
          <a:prstGeom prst="rect">
            <a:avLst/>
          </a:prstGeom>
          <a:noFill/>
        </p:spPr>
        <p:txBody>
          <a:bodyPr wrap="none" rtlCol="0">
            <a:spAutoFit/>
          </a:bodyPr>
          <a:lstStyle/>
          <a:p>
            <a:r>
              <a:rPr lang="ja-JP" altLang="en-US">
                <a:solidFill>
                  <a:schemeClr val="bg1"/>
                </a:solidFill>
                <a:latin typeface="+mj-lt"/>
                <a:ea typeface="+mn-ea"/>
                <a:cs typeface="Arial" pitchFamily="34" charset="0"/>
              </a:rPr>
              <a:t>これが</a:t>
            </a:r>
            <a:r>
              <a:rPr lang="en-US" altLang="ja-JP" dirty="0">
                <a:solidFill>
                  <a:schemeClr val="bg1"/>
                </a:solidFill>
                <a:latin typeface="+mj-lt"/>
                <a:ea typeface="+mn-ea"/>
                <a:cs typeface="Arial" pitchFamily="34" charset="0"/>
              </a:rPr>
              <a:t>VM</a:t>
            </a:r>
            <a:r>
              <a:rPr lang="ja-JP" altLang="en-US">
                <a:solidFill>
                  <a:schemeClr val="bg1"/>
                </a:solidFill>
                <a:latin typeface="+mj-lt"/>
                <a:ea typeface="+mn-ea"/>
                <a:cs typeface="Arial" pitchFamily="34" charset="0"/>
              </a:rPr>
              <a:t>の</a:t>
            </a:r>
            <a:endParaRPr lang="en-US" altLang="ja-JP" dirty="0">
              <a:solidFill>
                <a:schemeClr val="bg1"/>
              </a:solidFill>
              <a:latin typeface="+mj-lt"/>
              <a:ea typeface="+mn-ea"/>
              <a:cs typeface="Arial" pitchFamily="34" charset="0"/>
            </a:endParaRPr>
          </a:p>
          <a:p>
            <a:r>
              <a:rPr lang="ja-JP" altLang="en-US">
                <a:solidFill>
                  <a:schemeClr val="bg1"/>
                </a:solidFill>
                <a:latin typeface="+mj-lt"/>
                <a:ea typeface="+mn-ea"/>
                <a:cs typeface="Arial" pitchFamily="34" charset="0"/>
              </a:rPr>
              <a:t>情報です</a:t>
            </a:r>
            <a:endParaRPr lang="en-US" dirty="0" err="1">
              <a:solidFill>
                <a:schemeClr val="bg1"/>
              </a:solidFill>
              <a:latin typeface="+mj-lt"/>
              <a:ea typeface="+mn-ea"/>
              <a:cs typeface="Arial" pitchFamily="34" charset="0"/>
            </a:endParaRPr>
          </a:p>
        </p:txBody>
      </p:sp>
    </p:spTree>
    <p:extLst>
      <p:ext uri="{BB962C8B-B14F-4D97-AF65-F5344CB8AC3E}">
        <p14:creationId xmlns:p14="http://schemas.microsoft.com/office/powerpoint/2010/main" val="30098957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00000"/>
              </a:lnSpc>
            </a:pPr>
            <a:r>
              <a:rPr lang="ja-JP" altLang="en-US" sz="2400"/>
              <a:t>主要なレスポンスコード</a:t>
            </a:r>
            <a:endParaRPr lang="en-US" sz="2400" dirty="0"/>
          </a:p>
        </p:txBody>
      </p:sp>
      <p:sp>
        <p:nvSpPr>
          <p:cNvPr id="7" name="Content Placeholder 6">
            <a:extLst>
              <a:ext uri="{FF2B5EF4-FFF2-40B4-BE49-F238E27FC236}">
                <a16:creationId xmlns:a16="http://schemas.microsoft.com/office/drawing/2014/main" id="{A267C904-C919-5042-BD5D-4AEC516BB90E}"/>
              </a:ext>
            </a:extLst>
          </p:cNvPr>
          <p:cNvSpPr>
            <a:spLocks noGrp="1"/>
          </p:cNvSpPr>
          <p:nvPr>
            <p:ph idx="1"/>
          </p:nvPr>
        </p:nvSpPr>
        <p:spPr/>
        <p:txBody>
          <a:bodyPr/>
          <a:lstStyle/>
          <a:p>
            <a:pPr marL="342900" indent="-342900">
              <a:buFont typeface="Arial" panose="020B0604020202020204" pitchFamily="34" charset="0"/>
              <a:buChar char="•"/>
            </a:pPr>
            <a:r>
              <a:rPr lang="en-US" sz="1800" dirty="0"/>
              <a:t>200</a:t>
            </a:r>
            <a:r>
              <a:rPr lang="ja-JP" altLang="en-US" sz="1800"/>
              <a:t>番台、</a:t>
            </a:r>
            <a:r>
              <a:rPr lang="en-US" altLang="ja-JP" sz="1800" dirty="0"/>
              <a:t>300</a:t>
            </a:r>
            <a:r>
              <a:rPr lang="ja-JP" altLang="en-US" sz="1800"/>
              <a:t>番台、</a:t>
            </a:r>
            <a:r>
              <a:rPr lang="en-US" altLang="ja-JP" sz="1800" dirty="0"/>
              <a:t>400</a:t>
            </a:r>
            <a:r>
              <a:rPr lang="ja-JP" altLang="en-US" sz="1800"/>
              <a:t>番台、</a:t>
            </a:r>
            <a:r>
              <a:rPr lang="en-US" altLang="ja-JP" sz="1800" dirty="0"/>
              <a:t>500</a:t>
            </a:r>
            <a:r>
              <a:rPr lang="ja-JP" altLang="en-US" sz="1800"/>
              <a:t>番台のグループがある</a:t>
            </a:r>
            <a:endParaRPr lang="en-US" sz="1800" dirty="0"/>
          </a:p>
        </p:txBody>
      </p:sp>
      <p:sp>
        <p:nvSpPr>
          <p:cNvPr id="13" name="Content Placeholder 2">
            <a:extLst>
              <a:ext uri="{FF2B5EF4-FFF2-40B4-BE49-F238E27FC236}">
                <a16:creationId xmlns:a16="http://schemas.microsoft.com/office/drawing/2014/main" id="{646F87A5-6689-5948-BD85-887202170079}"/>
              </a:ext>
            </a:extLst>
          </p:cNvPr>
          <p:cNvSpPr txBox="1">
            <a:spLocks/>
          </p:cNvSpPr>
          <p:nvPr/>
        </p:nvSpPr>
        <p:spPr>
          <a:xfrm>
            <a:off x="4662014" y="1658101"/>
            <a:ext cx="3816765" cy="2972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solidFill>
                  <a:srgbClr val="FF0000"/>
                </a:solidFill>
              </a:rPr>
              <a:t>4XX : </a:t>
            </a:r>
            <a:r>
              <a:rPr lang="ja-JP" altLang="en-US" sz="2000">
                <a:solidFill>
                  <a:srgbClr val="FF0000"/>
                </a:solidFill>
              </a:rPr>
              <a:t>クライアント側のエラー</a:t>
            </a:r>
            <a:endParaRPr lang="en-US" sz="2000" dirty="0">
              <a:solidFill>
                <a:srgbClr val="FF0000"/>
              </a:solidFill>
            </a:endParaRPr>
          </a:p>
          <a:p>
            <a:pPr lvl="1"/>
            <a:r>
              <a:rPr lang="en-US" sz="2000" dirty="0">
                <a:solidFill>
                  <a:srgbClr val="FF0000"/>
                </a:solidFill>
              </a:rPr>
              <a:t>400 : Bad Request</a:t>
            </a:r>
          </a:p>
          <a:p>
            <a:pPr lvl="1"/>
            <a:r>
              <a:rPr lang="en-US" sz="2000" dirty="0">
                <a:solidFill>
                  <a:schemeClr val="tx2"/>
                </a:solidFill>
              </a:rPr>
              <a:t>401 : Unauthorized</a:t>
            </a:r>
          </a:p>
          <a:p>
            <a:pPr lvl="1"/>
            <a:r>
              <a:rPr lang="en-US" sz="2000" dirty="0">
                <a:solidFill>
                  <a:schemeClr val="tx2"/>
                </a:solidFill>
              </a:rPr>
              <a:t>403 : Forbidden</a:t>
            </a:r>
          </a:p>
          <a:p>
            <a:pPr lvl="1"/>
            <a:r>
              <a:rPr lang="en-US" sz="2000" dirty="0">
                <a:solidFill>
                  <a:srgbClr val="FF0000"/>
                </a:solidFill>
              </a:rPr>
              <a:t>404 : Not Found</a:t>
            </a:r>
          </a:p>
          <a:p>
            <a:r>
              <a:rPr lang="en-US" sz="2000" dirty="0">
                <a:solidFill>
                  <a:srgbClr val="FF0000"/>
                </a:solidFill>
              </a:rPr>
              <a:t>5XX : </a:t>
            </a:r>
            <a:r>
              <a:rPr lang="ja-JP" altLang="en-US" sz="2000">
                <a:solidFill>
                  <a:srgbClr val="FF0000"/>
                </a:solidFill>
              </a:rPr>
              <a:t>サーバー側のエラー</a:t>
            </a:r>
            <a:endParaRPr lang="en-US" sz="2000" dirty="0">
              <a:solidFill>
                <a:srgbClr val="FF0000"/>
              </a:solidFill>
            </a:endParaRPr>
          </a:p>
          <a:p>
            <a:pPr lvl="1"/>
            <a:r>
              <a:rPr lang="en-US" sz="2000" dirty="0">
                <a:solidFill>
                  <a:srgbClr val="FF0000"/>
                </a:solidFill>
              </a:rPr>
              <a:t>500 : Internal Server Error</a:t>
            </a:r>
          </a:p>
          <a:p>
            <a:pPr lvl="1"/>
            <a:r>
              <a:rPr lang="en-US" sz="2000" dirty="0">
                <a:solidFill>
                  <a:schemeClr val="tx2"/>
                </a:solidFill>
              </a:rPr>
              <a:t>503 : Service Unavailable</a:t>
            </a:r>
          </a:p>
          <a:p>
            <a:pPr lvl="1"/>
            <a:endParaRPr lang="en-US" sz="2000" dirty="0">
              <a:solidFill>
                <a:schemeClr val="tx2"/>
              </a:solidFill>
            </a:endParaRPr>
          </a:p>
          <a:p>
            <a:pPr lvl="1"/>
            <a:endParaRPr lang="en-US" sz="2000" dirty="0">
              <a:solidFill>
                <a:schemeClr val="tx2"/>
              </a:solidFill>
            </a:endParaRPr>
          </a:p>
          <a:p>
            <a:pPr lvl="1"/>
            <a:endParaRPr lang="en-US" sz="2000" dirty="0">
              <a:solidFill>
                <a:schemeClr val="tx2"/>
              </a:solidFill>
            </a:endParaRPr>
          </a:p>
        </p:txBody>
      </p:sp>
      <p:sp>
        <p:nvSpPr>
          <p:cNvPr id="15" name="Content Placeholder 2">
            <a:extLst>
              <a:ext uri="{FF2B5EF4-FFF2-40B4-BE49-F238E27FC236}">
                <a16:creationId xmlns:a16="http://schemas.microsoft.com/office/drawing/2014/main" id="{DDDE3A86-48CF-6440-B47B-00604DFDBC49}"/>
              </a:ext>
            </a:extLst>
          </p:cNvPr>
          <p:cNvSpPr txBox="1">
            <a:spLocks/>
          </p:cNvSpPr>
          <p:nvPr/>
        </p:nvSpPr>
        <p:spPr>
          <a:xfrm>
            <a:off x="1024765" y="1658101"/>
            <a:ext cx="3144852" cy="3075310"/>
          </a:xfrm>
          <a:prstGeom prst="rect">
            <a:avLst/>
          </a:prstGeom>
        </p:spPr>
        <p:txBody>
          <a:bodyPr lIns="81628" tIns="40814" rIns="81628" bIns="40814">
            <a:normAutofit/>
          </a:bodyPr>
          <a:lstStyle>
            <a:lvl1pPr marL="0" indent="0" algn="l" defTabSz="408141" rtl="0" eaLnBrk="1" latinLnBrk="0" hangingPunct="1">
              <a:spcBef>
                <a:spcPct val="20000"/>
              </a:spcBef>
              <a:buFontTx/>
              <a:buNone/>
              <a:defRPr lang="en-US" sz="2400" b="0" i="0" kern="1200">
                <a:solidFill>
                  <a:schemeClr val="tx1">
                    <a:lumMod val="65000"/>
                    <a:lumOff val="35000"/>
                  </a:schemeClr>
                </a:solidFill>
                <a:latin typeface="Gotham Rounded Book"/>
                <a:ea typeface="+mn-ea"/>
                <a:cs typeface="Gotham Rounded Book"/>
              </a:defRPr>
            </a:lvl1pPr>
            <a:lvl2pPr marL="357123" indent="-151636" algn="l" defTabSz="408141" rtl="0" eaLnBrk="1" latinLnBrk="0" hangingPunct="1">
              <a:spcBef>
                <a:spcPct val="20000"/>
              </a:spcBef>
              <a:buSzPct val="110000"/>
              <a:buFont typeface="Arial" pitchFamily="34" charset="0"/>
              <a:buChar char="•"/>
              <a:defRPr lang="en-US" sz="1800" b="0" i="0" kern="1200" dirty="0" smtClean="0">
                <a:solidFill>
                  <a:schemeClr val="tx1">
                    <a:lumMod val="65000"/>
                    <a:lumOff val="35000"/>
                  </a:schemeClr>
                </a:solidFill>
                <a:latin typeface="Gotham Rounded Book"/>
                <a:ea typeface="+mn-ea"/>
                <a:cs typeface="Gotham Rounded Book"/>
              </a:defRPr>
            </a:lvl2pPr>
            <a:lvl3pPr marL="507341" indent="-150218" algn="l" defTabSz="408141" rtl="0" eaLnBrk="1" latinLnBrk="0" hangingPunct="1">
              <a:spcBef>
                <a:spcPct val="20000"/>
              </a:spcBef>
              <a:buFont typeface="Symbol" pitchFamily="18" charset="2"/>
              <a:buChar char="-"/>
              <a:defRPr lang="en-US" sz="1600" b="0" i="0" kern="1200" dirty="0" smtClean="0">
                <a:solidFill>
                  <a:schemeClr val="tx1">
                    <a:lumMod val="65000"/>
                    <a:lumOff val="35000"/>
                  </a:schemeClr>
                </a:solidFill>
                <a:latin typeface="Gotham Rounded Book"/>
                <a:ea typeface="+mn-ea"/>
                <a:cs typeface="Gotham Rounded Book"/>
              </a:defRPr>
            </a:lvl3pPr>
            <a:lvl4pPr marL="1428492" indent="-204070" algn="l" defTabSz="408141" rtl="0" eaLnBrk="1" latinLnBrk="0" hangingPunct="1">
              <a:spcBef>
                <a:spcPct val="20000"/>
              </a:spcBef>
              <a:buFont typeface="Arial"/>
              <a:buChar char="–"/>
              <a:defRPr lang="en-US" sz="1400" kern="1200">
                <a:solidFill>
                  <a:schemeClr val="tx1">
                    <a:lumMod val="65000"/>
                    <a:lumOff val="35000"/>
                  </a:schemeClr>
                </a:solidFill>
                <a:latin typeface="+mn-lt"/>
                <a:ea typeface="+mn-ea"/>
                <a:cs typeface="+mn-cs"/>
              </a:defRPr>
            </a:lvl4pPr>
            <a:lvl5pPr marL="1836633" indent="-204070" algn="l" defTabSz="408141" rtl="0" eaLnBrk="1" latinLnBrk="0" hangingPunct="1">
              <a:spcBef>
                <a:spcPct val="20000"/>
              </a:spcBef>
              <a:buFont typeface="Arial"/>
              <a:buChar char="»"/>
              <a:defRPr lang="en-US" sz="1400" kern="1200">
                <a:solidFill>
                  <a:schemeClr val="tx1">
                    <a:lumMod val="65000"/>
                    <a:lumOff val="35000"/>
                  </a:schemeClr>
                </a:solidFill>
                <a:latin typeface="+mn-lt"/>
                <a:ea typeface="+mn-ea"/>
                <a:cs typeface="+mn-cs"/>
              </a:defRPr>
            </a:lvl5pPr>
            <a:lvl6pPr marL="2244773" indent="-204070" algn="l" defTabSz="408141" rtl="0" eaLnBrk="1" latinLnBrk="0" hangingPunct="1">
              <a:spcBef>
                <a:spcPct val="20000"/>
              </a:spcBef>
              <a:buFont typeface="Arial"/>
              <a:buChar char="•"/>
              <a:defRPr sz="1800" kern="1200">
                <a:solidFill>
                  <a:schemeClr val="tx1"/>
                </a:solidFill>
                <a:latin typeface="+mn-lt"/>
                <a:ea typeface="+mn-ea"/>
                <a:cs typeface="+mn-cs"/>
              </a:defRPr>
            </a:lvl6pPr>
            <a:lvl7pPr marL="2652914" indent="-204070" algn="l" defTabSz="408141" rtl="0" eaLnBrk="1" latinLnBrk="0" hangingPunct="1">
              <a:spcBef>
                <a:spcPct val="20000"/>
              </a:spcBef>
              <a:buFont typeface="Arial"/>
              <a:buChar char="•"/>
              <a:defRPr sz="1800" kern="1200">
                <a:solidFill>
                  <a:schemeClr val="tx1"/>
                </a:solidFill>
                <a:latin typeface="+mn-lt"/>
                <a:ea typeface="+mn-ea"/>
                <a:cs typeface="+mn-cs"/>
              </a:defRPr>
            </a:lvl7pPr>
            <a:lvl8pPr marL="3061055" indent="-204070" algn="l" defTabSz="408141" rtl="0" eaLnBrk="1" latinLnBrk="0" hangingPunct="1">
              <a:spcBef>
                <a:spcPct val="20000"/>
              </a:spcBef>
              <a:buFont typeface="Arial"/>
              <a:buChar char="•"/>
              <a:defRPr sz="1800" kern="1200">
                <a:solidFill>
                  <a:schemeClr val="tx1"/>
                </a:solidFill>
                <a:latin typeface="+mn-lt"/>
                <a:ea typeface="+mn-ea"/>
                <a:cs typeface="+mn-cs"/>
              </a:defRPr>
            </a:lvl8pPr>
            <a:lvl9pPr marL="3469195" indent="-204070" algn="l" defTabSz="408141" rtl="0" eaLnBrk="1" latinLnBrk="0" hangingPunct="1">
              <a:spcBef>
                <a:spcPct val="20000"/>
              </a:spcBef>
              <a:buFont typeface="Arial"/>
              <a:buChar char="•"/>
              <a:defRPr sz="1800" kern="1200">
                <a:solidFill>
                  <a:schemeClr val="tx1"/>
                </a:solidFill>
                <a:latin typeface="+mn-lt"/>
                <a:ea typeface="+mn-ea"/>
                <a:cs typeface="+mn-cs"/>
              </a:defRPr>
            </a:lvl9pPr>
          </a:lstStyle>
          <a:p>
            <a:pPr marL="342900" indent="-342900" fontAlgn="auto">
              <a:spcAft>
                <a:spcPts val="0"/>
              </a:spcAft>
              <a:buFont typeface="Arial" panose="020B0604020202020204" pitchFamily="34" charset="0"/>
              <a:buChar char="•"/>
            </a:pPr>
            <a:r>
              <a:rPr lang="en-US" altLang="ja-JP" sz="2000" dirty="0">
                <a:solidFill>
                  <a:srgbClr val="FF0000"/>
                </a:solidFill>
              </a:rPr>
              <a:t>2</a:t>
            </a:r>
            <a:r>
              <a:rPr lang="en-US" sz="2000" dirty="0">
                <a:solidFill>
                  <a:srgbClr val="FF0000"/>
                </a:solidFill>
              </a:rPr>
              <a:t>XX : </a:t>
            </a:r>
            <a:r>
              <a:rPr lang="ja-JP" altLang="en-US" sz="2000">
                <a:solidFill>
                  <a:srgbClr val="FF0000"/>
                </a:solidFill>
              </a:rPr>
              <a:t>成功</a:t>
            </a:r>
          </a:p>
          <a:p>
            <a:pPr marL="662687" lvl="1" indent="-457200" fontAlgn="auto">
              <a:spcAft>
                <a:spcPts val="0"/>
              </a:spcAft>
            </a:pPr>
            <a:r>
              <a:rPr lang="en-US" altLang="ja-JP" sz="2000" dirty="0">
                <a:solidFill>
                  <a:srgbClr val="FF0000"/>
                </a:solidFill>
              </a:rPr>
              <a:t>200 : </a:t>
            </a:r>
            <a:r>
              <a:rPr lang="en-US" sz="2000" dirty="0">
                <a:solidFill>
                  <a:srgbClr val="FF0000"/>
                </a:solidFill>
              </a:rPr>
              <a:t>OK</a:t>
            </a:r>
          </a:p>
          <a:p>
            <a:pPr marL="662687" lvl="1" indent="-457200" fontAlgn="auto">
              <a:spcAft>
                <a:spcPts val="0"/>
              </a:spcAft>
            </a:pPr>
            <a:r>
              <a:rPr lang="en-US" sz="2000" dirty="0">
                <a:solidFill>
                  <a:srgbClr val="FF0000"/>
                </a:solidFill>
              </a:rPr>
              <a:t>201 : Created</a:t>
            </a:r>
          </a:p>
          <a:p>
            <a:pPr marL="662687" lvl="1" indent="-457200" fontAlgn="auto">
              <a:spcAft>
                <a:spcPts val="0"/>
              </a:spcAft>
            </a:pPr>
            <a:r>
              <a:rPr lang="en-US" sz="2000" dirty="0">
                <a:solidFill>
                  <a:schemeClr val="tx2"/>
                </a:solidFill>
              </a:rPr>
              <a:t>202 : Accepted</a:t>
            </a:r>
          </a:p>
          <a:p>
            <a:pPr marL="662687" lvl="1" indent="-457200" fontAlgn="auto">
              <a:spcAft>
                <a:spcPts val="0"/>
              </a:spcAft>
            </a:pPr>
            <a:r>
              <a:rPr lang="en-US" sz="2000" dirty="0">
                <a:solidFill>
                  <a:schemeClr val="tx2"/>
                </a:solidFill>
              </a:rPr>
              <a:t>204 : No Content</a:t>
            </a:r>
          </a:p>
          <a:p>
            <a:pPr marL="342900" indent="-342900" fontAlgn="auto">
              <a:spcAft>
                <a:spcPts val="0"/>
              </a:spcAft>
              <a:buFont typeface="Arial" panose="020B0604020202020204" pitchFamily="34" charset="0"/>
              <a:buChar char="•"/>
            </a:pPr>
            <a:r>
              <a:rPr lang="en-US" sz="2000" dirty="0">
                <a:solidFill>
                  <a:srgbClr val="FF0000"/>
                </a:solidFill>
              </a:rPr>
              <a:t>3XX : </a:t>
            </a:r>
            <a:r>
              <a:rPr lang="ja-JP" altLang="en-US" sz="2000">
                <a:solidFill>
                  <a:srgbClr val="FF0000"/>
                </a:solidFill>
              </a:rPr>
              <a:t>リダイレクション</a:t>
            </a:r>
          </a:p>
          <a:p>
            <a:pPr marL="662687" lvl="1" indent="-457200" fontAlgn="auto">
              <a:spcAft>
                <a:spcPts val="0"/>
              </a:spcAft>
            </a:pPr>
            <a:r>
              <a:rPr lang="en-US" altLang="ja-JP" sz="2000" dirty="0">
                <a:solidFill>
                  <a:schemeClr val="tx2"/>
                </a:solidFill>
              </a:rPr>
              <a:t>302 : </a:t>
            </a:r>
            <a:r>
              <a:rPr lang="en-US" sz="2000" dirty="0">
                <a:solidFill>
                  <a:schemeClr val="tx2"/>
                </a:solidFill>
              </a:rPr>
              <a:t>Found</a:t>
            </a:r>
          </a:p>
          <a:p>
            <a:pPr marL="662687" lvl="1" indent="-457200" fontAlgn="auto">
              <a:spcAft>
                <a:spcPts val="0"/>
              </a:spcAft>
            </a:pPr>
            <a:r>
              <a:rPr lang="en-US" sz="2000" dirty="0">
                <a:solidFill>
                  <a:schemeClr val="tx2"/>
                </a:solidFill>
              </a:rPr>
              <a:t>304 : Not Modified</a:t>
            </a:r>
          </a:p>
          <a:p>
            <a:pPr marL="457200" lvl="1" indent="0" fontAlgn="auto">
              <a:spcAft>
                <a:spcPts val="0"/>
              </a:spcAft>
              <a:buFont typeface="Arial" pitchFamily="34" charset="0"/>
              <a:buNone/>
            </a:pPr>
            <a:endParaRPr lang="en-US" sz="2000" dirty="0">
              <a:solidFill>
                <a:schemeClr val="tx2"/>
              </a:solidFill>
            </a:endParaRPr>
          </a:p>
          <a:p>
            <a:pPr lvl="1" fontAlgn="auto">
              <a:spcAft>
                <a:spcPts val="0"/>
              </a:spcAft>
            </a:pPr>
            <a:endParaRPr lang="en-US" sz="2000" dirty="0">
              <a:solidFill>
                <a:schemeClr val="tx2"/>
              </a:solidFill>
            </a:endParaRPr>
          </a:p>
          <a:p>
            <a:pPr lvl="1" fontAlgn="auto">
              <a:spcAft>
                <a:spcPts val="0"/>
              </a:spcAft>
            </a:pPr>
            <a:endParaRPr lang="en-US" sz="2000" dirty="0">
              <a:solidFill>
                <a:schemeClr val="tx2"/>
              </a:solidFill>
            </a:endParaRPr>
          </a:p>
        </p:txBody>
      </p:sp>
    </p:spTree>
    <p:extLst>
      <p:ext uri="{BB962C8B-B14F-4D97-AF65-F5344CB8AC3E}">
        <p14:creationId xmlns:p14="http://schemas.microsoft.com/office/powerpoint/2010/main" val="29369485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00000"/>
              </a:lnSpc>
            </a:pPr>
            <a:r>
              <a:rPr lang="en-US" altLang="ja-JP" sz="2400" dirty="0"/>
              <a:t>JSON : </a:t>
            </a:r>
            <a:r>
              <a:rPr lang="ja-JP" altLang="en-US" sz="2400"/>
              <a:t>情報のやりとりのフォーマット</a:t>
            </a:r>
            <a:r>
              <a:rPr lang="en-US" altLang="ja-JP" sz="2400" dirty="0"/>
              <a:t>(1)</a:t>
            </a:r>
            <a:endParaRPr lang="en-US" sz="2400" dirty="0"/>
          </a:p>
        </p:txBody>
      </p:sp>
      <p:sp>
        <p:nvSpPr>
          <p:cNvPr id="7" name="Content Placeholder 6">
            <a:extLst>
              <a:ext uri="{FF2B5EF4-FFF2-40B4-BE49-F238E27FC236}">
                <a16:creationId xmlns:a16="http://schemas.microsoft.com/office/drawing/2014/main" id="{A267C904-C919-5042-BD5D-4AEC516BB90E}"/>
              </a:ext>
            </a:extLst>
          </p:cNvPr>
          <p:cNvSpPr>
            <a:spLocks noGrp="1"/>
          </p:cNvSpPr>
          <p:nvPr>
            <p:ph idx="1"/>
          </p:nvPr>
        </p:nvSpPr>
        <p:spPr/>
        <p:txBody>
          <a:bodyPr/>
          <a:lstStyle/>
          <a:p>
            <a:pPr marL="342900" indent="-342900">
              <a:buFont typeface="Arial" panose="020B0604020202020204" pitchFamily="34" charset="0"/>
              <a:buChar char="•"/>
            </a:pPr>
            <a:r>
              <a:rPr lang="en-US" sz="1800" dirty="0"/>
              <a:t>HTTP</a:t>
            </a:r>
            <a:r>
              <a:rPr lang="ja-JP" altLang="en-US" sz="1800"/>
              <a:t>のリクエストとレスポンスはヘッダとボディがある</a:t>
            </a:r>
            <a:endParaRPr lang="en-US" altLang="ja-JP" sz="1800" dirty="0"/>
          </a:p>
          <a:p>
            <a:pPr marL="342900" indent="-342900">
              <a:buFont typeface="Arial" panose="020B0604020202020204" pitchFamily="34" charset="0"/>
              <a:buChar char="•"/>
            </a:pPr>
            <a:r>
              <a:rPr lang="ja-JP" altLang="en-US" sz="1800"/>
              <a:t>ヘッダ</a:t>
            </a:r>
            <a:r>
              <a:rPr lang="en-US" altLang="ja-JP" sz="1800" dirty="0"/>
              <a:t>: </a:t>
            </a:r>
            <a:r>
              <a:rPr lang="ja-JP" altLang="en-US" sz="1800"/>
              <a:t>文字コードの指定といったメタ情報</a:t>
            </a:r>
            <a:endParaRPr lang="en-US" altLang="ja-JP" sz="1800" dirty="0"/>
          </a:p>
          <a:p>
            <a:pPr marL="342900" indent="-342900">
              <a:buFont typeface="Arial" panose="020B0604020202020204" pitchFamily="34" charset="0"/>
              <a:buChar char="•"/>
            </a:pPr>
            <a:r>
              <a:rPr lang="ja-JP" altLang="en-US" sz="1800"/>
              <a:t>ボディ</a:t>
            </a:r>
            <a:r>
              <a:rPr lang="en-US" altLang="ja-JP" sz="1800" dirty="0"/>
              <a:t>: </a:t>
            </a:r>
            <a:r>
              <a:rPr lang="ja-JP" altLang="en-US" sz="1800"/>
              <a:t>作成する</a:t>
            </a:r>
            <a:r>
              <a:rPr lang="en-US" altLang="ja-JP" sz="1800" dirty="0"/>
              <a:t>VM</a:t>
            </a:r>
            <a:r>
              <a:rPr lang="ja-JP" altLang="en-US" sz="1800"/>
              <a:t>の情報や、取得した</a:t>
            </a:r>
            <a:r>
              <a:rPr lang="en-US" altLang="ja-JP" sz="1800" dirty="0"/>
              <a:t>VM</a:t>
            </a:r>
            <a:r>
              <a:rPr lang="ja-JP" altLang="en-US" sz="1800"/>
              <a:t>の情報といった実データ。ないことも。</a:t>
            </a:r>
            <a:endParaRPr lang="en-US" sz="1800" dirty="0"/>
          </a:p>
        </p:txBody>
      </p:sp>
      <p:pic>
        <p:nvPicPr>
          <p:cNvPr id="5" name="Picture 4">
            <a:extLst>
              <a:ext uri="{FF2B5EF4-FFF2-40B4-BE49-F238E27FC236}">
                <a16:creationId xmlns:a16="http://schemas.microsoft.com/office/drawing/2014/main" id="{D951D734-1340-D846-A405-5707EC194D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78105" y="2716199"/>
            <a:ext cx="2139652" cy="590249"/>
          </a:xfrm>
          <a:prstGeom prst="rect">
            <a:avLst/>
          </a:prstGeom>
        </p:spPr>
      </p:pic>
      <p:pic>
        <p:nvPicPr>
          <p:cNvPr id="6" name="Picture 5">
            <a:extLst>
              <a:ext uri="{FF2B5EF4-FFF2-40B4-BE49-F238E27FC236}">
                <a16:creationId xmlns:a16="http://schemas.microsoft.com/office/drawing/2014/main" id="{4D759309-03FF-9C45-AF9F-396B9AFF63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5030" y="3360986"/>
            <a:ext cx="873655" cy="873655"/>
          </a:xfrm>
          <a:prstGeom prst="rect">
            <a:avLst/>
          </a:prstGeom>
        </p:spPr>
      </p:pic>
      <p:sp>
        <p:nvSpPr>
          <p:cNvPr id="14" name="TextBox 13">
            <a:extLst>
              <a:ext uri="{FF2B5EF4-FFF2-40B4-BE49-F238E27FC236}">
                <a16:creationId xmlns:a16="http://schemas.microsoft.com/office/drawing/2014/main" id="{350C3BCF-0399-B148-AACE-DC5E8913AED2}"/>
              </a:ext>
            </a:extLst>
          </p:cNvPr>
          <p:cNvSpPr txBox="1"/>
          <p:nvPr/>
        </p:nvSpPr>
        <p:spPr>
          <a:xfrm>
            <a:off x="2284281" y="2501907"/>
            <a:ext cx="2865913" cy="646331"/>
          </a:xfrm>
          <a:prstGeom prst="rect">
            <a:avLst/>
          </a:prstGeom>
          <a:noFill/>
        </p:spPr>
        <p:txBody>
          <a:bodyPr wrap="none" rtlCol="0">
            <a:spAutoFit/>
          </a:bodyPr>
          <a:lstStyle/>
          <a:p>
            <a:r>
              <a:rPr lang="en-US" dirty="0">
                <a:solidFill>
                  <a:srgbClr val="FF0000"/>
                </a:solidFill>
                <a:latin typeface="+mj-lt"/>
                <a:ea typeface="+mn-ea"/>
                <a:cs typeface="Arial" pitchFamily="34" charset="0"/>
              </a:rPr>
              <a:t>HTTP Get</a:t>
            </a:r>
          </a:p>
          <a:p>
            <a:r>
              <a:rPr lang="en-US" dirty="0">
                <a:solidFill>
                  <a:schemeClr val="tx1">
                    <a:lumMod val="65000"/>
                    <a:lumOff val="35000"/>
                  </a:schemeClr>
                </a:solidFill>
                <a:latin typeface="+mj-lt"/>
                <a:ea typeface="+mn-ea"/>
                <a:cs typeface="Arial" pitchFamily="34" charset="0"/>
              </a:rPr>
              <a:t>http://&lt;</a:t>
            </a:r>
            <a:r>
              <a:rPr lang="en-US" dirty="0" err="1">
                <a:solidFill>
                  <a:schemeClr val="tx1">
                    <a:lumMod val="65000"/>
                    <a:lumOff val="35000"/>
                  </a:schemeClr>
                </a:solidFill>
                <a:latin typeface="+mj-lt"/>
                <a:ea typeface="+mn-ea"/>
                <a:cs typeface="Arial" pitchFamily="34" charset="0"/>
              </a:rPr>
              <a:t>ip</a:t>
            </a:r>
            <a:r>
              <a:rPr lang="en-US" dirty="0">
                <a:solidFill>
                  <a:schemeClr val="tx1">
                    <a:lumMod val="65000"/>
                    <a:lumOff val="35000"/>
                  </a:schemeClr>
                </a:solidFill>
                <a:latin typeface="+mj-lt"/>
                <a:ea typeface="+mn-ea"/>
                <a:cs typeface="Arial" pitchFamily="34" charset="0"/>
              </a:rPr>
              <a:t>&gt;/</a:t>
            </a:r>
            <a:r>
              <a:rPr lang="en-US" dirty="0" err="1">
                <a:solidFill>
                  <a:schemeClr val="tx1">
                    <a:lumMod val="65000"/>
                    <a:lumOff val="35000"/>
                  </a:schemeClr>
                </a:solidFill>
                <a:latin typeface="+mj-lt"/>
                <a:ea typeface="+mn-ea"/>
                <a:cs typeface="Arial" pitchFamily="34" charset="0"/>
              </a:rPr>
              <a:t>api</a:t>
            </a:r>
            <a:r>
              <a:rPr lang="en-US" dirty="0">
                <a:solidFill>
                  <a:schemeClr val="tx1">
                    <a:lumMod val="65000"/>
                    <a:lumOff val="35000"/>
                  </a:schemeClr>
                </a:solidFill>
                <a:latin typeface="+mj-lt"/>
                <a:ea typeface="+mn-ea"/>
                <a:cs typeface="Arial" pitchFamily="34" charset="0"/>
              </a:rPr>
              <a:t>/v1/networks</a:t>
            </a:r>
          </a:p>
        </p:txBody>
      </p:sp>
      <p:sp>
        <p:nvSpPr>
          <p:cNvPr id="17" name="Right Arrow 16">
            <a:extLst>
              <a:ext uri="{FF2B5EF4-FFF2-40B4-BE49-F238E27FC236}">
                <a16:creationId xmlns:a16="http://schemas.microsoft.com/office/drawing/2014/main" id="{BCFC3BBA-00EB-5B44-A23E-52D1CF0CDD81}"/>
              </a:ext>
            </a:extLst>
          </p:cNvPr>
          <p:cNvSpPr/>
          <p:nvPr/>
        </p:nvSpPr>
        <p:spPr bwMode="gray">
          <a:xfrm>
            <a:off x="5638808" y="2572971"/>
            <a:ext cx="501489" cy="504202"/>
          </a:xfrm>
          <a:prstGeom prst="rightArrow">
            <a:avLst/>
          </a:prstGeom>
          <a:gradFill>
            <a:gsLst>
              <a:gs pos="0">
                <a:schemeClr val="accent1"/>
              </a:gs>
              <a:gs pos="100000">
                <a:schemeClr val="accent1">
                  <a:lumMod val="86000"/>
                </a:schemeClr>
              </a:gs>
            </a:gsLst>
            <a:lin ang="5400000" scaled="0"/>
          </a:gradFill>
          <a:ln>
            <a:noFill/>
          </a:ln>
          <a:scene3d>
            <a:camera prst="orthographicFront"/>
            <a:lightRig rig="threePt" dir="t"/>
          </a:scene3d>
          <a:sp3d prstMaterial="plastic">
            <a:bevelT w="19050" h="6350"/>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solidFill>
                <a:srgbClr val="C7C9CC"/>
              </a:solidFill>
              <a:latin typeface="+mj-lt"/>
              <a:cs typeface="Arial" pitchFamily="34" charset="0"/>
            </a:endParaRPr>
          </a:p>
        </p:txBody>
      </p:sp>
      <p:sp>
        <p:nvSpPr>
          <p:cNvPr id="18" name="TextBox 17">
            <a:extLst>
              <a:ext uri="{FF2B5EF4-FFF2-40B4-BE49-F238E27FC236}">
                <a16:creationId xmlns:a16="http://schemas.microsoft.com/office/drawing/2014/main" id="{D4F3E248-2CC3-294B-80FC-488D9C76C589}"/>
              </a:ext>
            </a:extLst>
          </p:cNvPr>
          <p:cNvSpPr txBox="1"/>
          <p:nvPr/>
        </p:nvSpPr>
        <p:spPr>
          <a:xfrm>
            <a:off x="5417403" y="2225100"/>
            <a:ext cx="944297" cy="369332"/>
          </a:xfrm>
          <a:prstGeom prst="rect">
            <a:avLst/>
          </a:prstGeom>
          <a:noFill/>
        </p:spPr>
        <p:txBody>
          <a:bodyPr wrap="none" rtlCol="0">
            <a:spAutoFit/>
          </a:bodyPr>
          <a:lstStyle/>
          <a:p>
            <a:r>
              <a:rPr lang="en-US" dirty="0">
                <a:solidFill>
                  <a:schemeClr val="tx1">
                    <a:lumMod val="65000"/>
                    <a:lumOff val="35000"/>
                  </a:schemeClr>
                </a:solidFill>
                <a:latin typeface="+mj-lt"/>
                <a:ea typeface="+mn-ea"/>
                <a:cs typeface="Arial" pitchFamily="34" charset="0"/>
              </a:rPr>
              <a:t>Request</a:t>
            </a:r>
          </a:p>
        </p:txBody>
      </p:sp>
      <p:sp>
        <p:nvSpPr>
          <p:cNvPr id="19" name="Right Arrow 18">
            <a:extLst>
              <a:ext uri="{FF2B5EF4-FFF2-40B4-BE49-F238E27FC236}">
                <a16:creationId xmlns:a16="http://schemas.microsoft.com/office/drawing/2014/main" id="{76CE0786-3DC8-D448-BAF4-29F4B2D9BA47}"/>
              </a:ext>
            </a:extLst>
          </p:cNvPr>
          <p:cNvSpPr/>
          <p:nvPr/>
        </p:nvSpPr>
        <p:spPr bwMode="gray">
          <a:xfrm rot="10800000">
            <a:off x="2045004" y="3797814"/>
            <a:ext cx="501489" cy="504202"/>
          </a:xfrm>
          <a:prstGeom prst="rightArrow">
            <a:avLst/>
          </a:prstGeom>
          <a:gradFill>
            <a:gsLst>
              <a:gs pos="0">
                <a:schemeClr val="accent1"/>
              </a:gs>
              <a:gs pos="100000">
                <a:schemeClr val="accent1">
                  <a:lumMod val="86000"/>
                </a:schemeClr>
              </a:gs>
            </a:gsLst>
            <a:lin ang="5400000" scaled="0"/>
          </a:gradFill>
          <a:ln>
            <a:noFill/>
          </a:ln>
          <a:scene3d>
            <a:camera prst="orthographicFront"/>
            <a:lightRig rig="threePt" dir="t"/>
          </a:scene3d>
          <a:sp3d prstMaterial="plastic">
            <a:bevelT w="19050" h="6350"/>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solidFill>
                <a:srgbClr val="C7C9CC"/>
              </a:solidFill>
              <a:latin typeface="+mj-lt"/>
              <a:cs typeface="Arial" pitchFamily="34" charset="0"/>
            </a:endParaRPr>
          </a:p>
        </p:txBody>
      </p:sp>
      <p:sp>
        <p:nvSpPr>
          <p:cNvPr id="20" name="TextBox 19">
            <a:extLst>
              <a:ext uri="{FF2B5EF4-FFF2-40B4-BE49-F238E27FC236}">
                <a16:creationId xmlns:a16="http://schemas.microsoft.com/office/drawing/2014/main" id="{F3C2EE2C-D36A-7D4C-BC00-E1B04E45CDD6}"/>
              </a:ext>
            </a:extLst>
          </p:cNvPr>
          <p:cNvSpPr txBox="1"/>
          <p:nvPr/>
        </p:nvSpPr>
        <p:spPr>
          <a:xfrm>
            <a:off x="1754990" y="4308507"/>
            <a:ext cx="1081515" cy="369332"/>
          </a:xfrm>
          <a:prstGeom prst="rect">
            <a:avLst/>
          </a:prstGeom>
          <a:noFill/>
        </p:spPr>
        <p:txBody>
          <a:bodyPr wrap="none" rtlCol="0">
            <a:spAutoFit/>
          </a:bodyPr>
          <a:lstStyle/>
          <a:p>
            <a:r>
              <a:rPr lang="en-US" dirty="0">
                <a:solidFill>
                  <a:schemeClr val="tx1">
                    <a:lumMod val="65000"/>
                    <a:lumOff val="35000"/>
                  </a:schemeClr>
                </a:solidFill>
                <a:latin typeface="+mj-lt"/>
                <a:ea typeface="+mn-ea"/>
                <a:cs typeface="Arial" pitchFamily="34" charset="0"/>
              </a:rPr>
              <a:t>Response</a:t>
            </a:r>
          </a:p>
        </p:txBody>
      </p:sp>
      <p:sp>
        <p:nvSpPr>
          <p:cNvPr id="21" name="TextBox 20">
            <a:extLst>
              <a:ext uri="{FF2B5EF4-FFF2-40B4-BE49-F238E27FC236}">
                <a16:creationId xmlns:a16="http://schemas.microsoft.com/office/drawing/2014/main" id="{F082E4E0-9CC3-3A4B-8476-EAC0211D9D58}"/>
              </a:ext>
            </a:extLst>
          </p:cNvPr>
          <p:cNvSpPr txBox="1"/>
          <p:nvPr/>
        </p:nvSpPr>
        <p:spPr>
          <a:xfrm>
            <a:off x="2993699" y="3403838"/>
            <a:ext cx="4347665" cy="1569660"/>
          </a:xfrm>
          <a:prstGeom prst="rect">
            <a:avLst/>
          </a:prstGeom>
          <a:noFill/>
          <a:ln>
            <a:solidFill>
              <a:schemeClr val="tx1"/>
            </a:solidFill>
          </a:ln>
        </p:spPr>
        <p:txBody>
          <a:bodyPr wrap="none" rtlCol="0">
            <a:spAutoFit/>
          </a:bodyPr>
          <a:lstStyle/>
          <a:p>
            <a:r>
              <a:rPr lang="en-US" sz="1200" dirty="0">
                <a:latin typeface="Consolas" panose="020B0609020204030204" pitchFamily="49" charset="0"/>
                <a:cs typeface="Consolas" panose="020B0609020204030204" pitchFamily="49" charset="0"/>
              </a:rPr>
              <a:t>[</a:t>
            </a:r>
          </a:p>
          <a:p>
            <a:r>
              <a:rPr lang="en-US" sz="1200" dirty="0">
                <a:latin typeface="Consolas" panose="020B0609020204030204" pitchFamily="49" charset="0"/>
                <a:cs typeface="Consolas" panose="020B0609020204030204" pitchFamily="49" charset="0"/>
              </a:rPr>
              <a:t>{"</a:t>
            </a:r>
            <a:r>
              <a:rPr lang="en-US" sz="1200" dirty="0" err="1">
                <a:latin typeface="Consolas" panose="020B0609020204030204" pitchFamily="49" charset="0"/>
                <a:cs typeface="Consolas" panose="020B0609020204030204" pitchFamily="49" charset="0"/>
              </a:rPr>
              <a:t>uuid</a:t>
            </a:r>
            <a:r>
              <a:rPr lang="en-US" sz="1200" dirty="0">
                <a:latin typeface="Consolas" panose="020B0609020204030204" pitchFamily="49" charset="0"/>
                <a:cs typeface="Consolas" panose="020B0609020204030204" pitchFamily="49" charset="0"/>
              </a:rPr>
              <a:t>": "0404272e-2b73-402e-898f-e17486eee091", </a:t>
            </a:r>
          </a:p>
          <a:p>
            <a:r>
              <a:rPr lang="en-US" sz="1200" dirty="0">
                <a:latin typeface="Consolas" panose="020B0609020204030204" pitchFamily="49" charset="0"/>
                <a:cs typeface="Consolas" panose="020B0609020204030204" pitchFamily="49" charset="0"/>
              </a:rPr>
              <a:t>"name": "vlan.0 ",</a:t>
            </a:r>
          </a:p>
          <a:p>
            <a:r>
              <a:rPr lang="en-US" sz="1200" dirty="0">
                <a:latin typeface="Consolas" panose="020B0609020204030204" pitchFamily="49" charset="0"/>
                <a:cs typeface="Consolas" panose="020B0609020204030204" pitchFamily="49" charset="0"/>
              </a:rPr>
              <a:t>"</a:t>
            </a:r>
            <a:r>
              <a:rPr lang="en-US" sz="1200" dirty="0" err="1">
                <a:latin typeface="Consolas" panose="020B0609020204030204" pitchFamily="49" charset="0"/>
                <a:cs typeface="Consolas" panose="020B0609020204030204" pitchFamily="49" charset="0"/>
              </a:rPr>
              <a:t>vlan_id</a:t>
            </a:r>
            <a:r>
              <a:rPr lang="en-US" sz="1200" dirty="0">
                <a:latin typeface="Consolas" panose="020B0609020204030204" pitchFamily="49" charset="0"/>
                <a:cs typeface="Consolas" panose="020B0609020204030204" pitchFamily="49" charset="0"/>
              </a:rPr>
              <a:t>": 0},</a:t>
            </a:r>
          </a:p>
          <a:p>
            <a:r>
              <a:rPr lang="en-US" sz="1200" dirty="0">
                <a:latin typeface="Consolas" panose="020B0609020204030204" pitchFamily="49" charset="0"/>
                <a:cs typeface="Consolas" panose="020B0609020204030204" pitchFamily="49" charset="0"/>
              </a:rPr>
              <a:t>{"</a:t>
            </a:r>
            <a:r>
              <a:rPr lang="en-US" sz="1200" dirty="0" err="1">
                <a:latin typeface="Consolas" panose="020B0609020204030204" pitchFamily="49" charset="0"/>
                <a:cs typeface="Consolas" panose="020B0609020204030204" pitchFamily="49" charset="0"/>
              </a:rPr>
              <a:t>uuid</a:t>
            </a:r>
            <a:r>
              <a:rPr lang="en-US" sz="1200" dirty="0">
                <a:latin typeface="Consolas" panose="020B0609020204030204" pitchFamily="49" charset="0"/>
                <a:cs typeface="Consolas" panose="020B0609020204030204" pitchFamily="49" charset="0"/>
              </a:rPr>
              <a:t>": "585963ae-2b04-4a6c-b3e5-95ff3e99685b", </a:t>
            </a:r>
          </a:p>
          <a:p>
            <a:r>
              <a:rPr lang="en-US" sz="1200" dirty="0">
                <a:latin typeface="Consolas" panose="020B0609020204030204" pitchFamily="49" charset="0"/>
                <a:cs typeface="Consolas" panose="020B0609020204030204" pitchFamily="49" charset="0"/>
              </a:rPr>
              <a:t>"name": "REST_NETWORK”,</a:t>
            </a:r>
          </a:p>
          <a:p>
            <a:r>
              <a:rPr lang="en-US" sz="1200" dirty="0">
                <a:latin typeface="Consolas" panose="020B0609020204030204" pitchFamily="49" charset="0"/>
                <a:cs typeface="Consolas" panose="020B0609020204030204" pitchFamily="49" charset="0"/>
              </a:rPr>
              <a:t>"</a:t>
            </a:r>
            <a:r>
              <a:rPr lang="en-US" sz="1200" dirty="0" err="1">
                <a:latin typeface="Consolas" panose="020B0609020204030204" pitchFamily="49" charset="0"/>
                <a:cs typeface="Consolas" panose="020B0609020204030204" pitchFamily="49" charset="0"/>
              </a:rPr>
              <a:t>vlan_id</a:t>
            </a:r>
            <a:r>
              <a:rPr lang="en-US" sz="1200" dirty="0">
                <a:latin typeface="Consolas" panose="020B0609020204030204" pitchFamily="49" charset="0"/>
                <a:cs typeface="Consolas" panose="020B0609020204030204" pitchFamily="49" charset="0"/>
              </a:rPr>
              <a:t>": 0}</a:t>
            </a:r>
          </a:p>
          <a:p>
            <a:r>
              <a:rPr lang="en-US" sz="1200" dirty="0">
                <a:latin typeface="Consolas" panose="020B0609020204030204" pitchFamily="49" charset="0"/>
                <a:cs typeface="Consolas" panose="020B0609020204030204" pitchFamily="49" charset="0"/>
              </a:rPr>
              <a:t>]</a:t>
            </a:r>
          </a:p>
        </p:txBody>
      </p:sp>
      <p:sp>
        <p:nvSpPr>
          <p:cNvPr id="13" name="Rounded Rectangular Callout 12">
            <a:extLst>
              <a:ext uri="{FF2B5EF4-FFF2-40B4-BE49-F238E27FC236}">
                <a16:creationId xmlns:a16="http://schemas.microsoft.com/office/drawing/2014/main" id="{5E684C75-96A7-1A45-B611-101C850C3D4B}"/>
              </a:ext>
            </a:extLst>
          </p:cNvPr>
          <p:cNvSpPr/>
          <p:nvPr/>
        </p:nvSpPr>
        <p:spPr bwMode="gray">
          <a:xfrm>
            <a:off x="231305" y="2200924"/>
            <a:ext cx="1685828" cy="847200"/>
          </a:xfrm>
          <a:prstGeom prst="wedgeRoundRectCallout">
            <a:avLst>
              <a:gd name="adj1" fmla="val -20833"/>
              <a:gd name="adj2" fmla="val 71578"/>
              <a:gd name="adj3" fmla="val 16667"/>
            </a:avLst>
          </a:prstGeom>
          <a:solidFill>
            <a:schemeClr val="accent1"/>
          </a:solidFill>
          <a:ln>
            <a:noFill/>
          </a:ln>
          <a:scene3d>
            <a:camera prst="orthographicFront"/>
            <a:lightRig rig="threePt" dir="t"/>
          </a:scene3d>
          <a:sp3d prstMaterial="plastic">
            <a:bevelT w="19050" h="6350"/>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solidFill>
                <a:srgbClr val="C7C9CC"/>
              </a:solidFill>
              <a:latin typeface="+mj-lt"/>
              <a:cs typeface="Arial" pitchFamily="34" charset="0"/>
            </a:endParaRPr>
          </a:p>
        </p:txBody>
      </p:sp>
      <p:sp>
        <p:nvSpPr>
          <p:cNvPr id="15" name="TextBox 14">
            <a:extLst>
              <a:ext uri="{FF2B5EF4-FFF2-40B4-BE49-F238E27FC236}">
                <a16:creationId xmlns:a16="http://schemas.microsoft.com/office/drawing/2014/main" id="{DB0F93E4-7445-A940-8845-DF8C11BB218F}"/>
              </a:ext>
            </a:extLst>
          </p:cNvPr>
          <p:cNvSpPr txBox="1"/>
          <p:nvPr/>
        </p:nvSpPr>
        <p:spPr>
          <a:xfrm>
            <a:off x="339883" y="2301358"/>
            <a:ext cx="1468672" cy="646331"/>
          </a:xfrm>
          <a:prstGeom prst="rect">
            <a:avLst/>
          </a:prstGeom>
          <a:noFill/>
        </p:spPr>
        <p:txBody>
          <a:bodyPr wrap="none" rtlCol="0">
            <a:spAutoFit/>
          </a:bodyPr>
          <a:lstStyle/>
          <a:p>
            <a:r>
              <a:rPr lang="ja-JP" altLang="en-US">
                <a:solidFill>
                  <a:schemeClr val="bg1"/>
                </a:solidFill>
                <a:latin typeface="+mj-lt"/>
                <a:ea typeface="+mn-ea"/>
                <a:cs typeface="Arial" pitchFamily="34" charset="0"/>
              </a:rPr>
              <a:t>ネットワーク</a:t>
            </a:r>
            <a:endParaRPr lang="en-US" altLang="ja-JP" dirty="0">
              <a:solidFill>
                <a:schemeClr val="bg1"/>
              </a:solidFill>
              <a:latin typeface="+mj-lt"/>
              <a:ea typeface="+mn-ea"/>
              <a:cs typeface="Arial" pitchFamily="34" charset="0"/>
            </a:endParaRPr>
          </a:p>
          <a:p>
            <a:r>
              <a:rPr lang="ja-JP" altLang="en-US">
                <a:solidFill>
                  <a:schemeClr val="bg1"/>
                </a:solidFill>
                <a:latin typeface="+mj-lt"/>
                <a:ea typeface="+mn-ea"/>
                <a:cs typeface="Arial" pitchFamily="34" charset="0"/>
              </a:rPr>
              <a:t>一覧を下さい</a:t>
            </a:r>
            <a:endParaRPr lang="en-US" dirty="0" err="1">
              <a:solidFill>
                <a:schemeClr val="bg1"/>
              </a:solidFill>
              <a:latin typeface="+mj-lt"/>
              <a:ea typeface="+mn-ea"/>
              <a:cs typeface="Arial" pitchFamily="34" charset="0"/>
            </a:endParaRPr>
          </a:p>
        </p:txBody>
      </p:sp>
      <p:sp>
        <p:nvSpPr>
          <p:cNvPr id="3" name="TextBox 2">
            <a:extLst>
              <a:ext uri="{FF2B5EF4-FFF2-40B4-BE49-F238E27FC236}">
                <a16:creationId xmlns:a16="http://schemas.microsoft.com/office/drawing/2014/main" id="{00BC88EE-0873-CF41-87CC-DD0171330433}"/>
              </a:ext>
            </a:extLst>
          </p:cNvPr>
          <p:cNvSpPr txBox="1"/>
          <p:nvPr/>
        </p:nvSpPr>
        <p:spPr>
          <a:xfrm>
            <a:off x="1955505" y="4600996"/>
            <a:ext cx="657552" cy="369332"/>
          </a:xfrm>
          <a:prstGeom prst="rect">
            <a:avLst/>
          </a:prstGeom>
          <a:noFill/>
        </p:spPr>
        <p:txBody>
          <a:bodyPr wrap="none" rtlCol="0">
            <a:spAutoFit/>
          </a:bodyPr>
          <a:lstStyle/>
          <a:p>
            <a:r>
              <a:rPr lang="en-US" dirty="0">
                <a:solidFill>
                  <a:schemeClr val="tx1">
                    <a:lumMod val="65000"/>
                    <a:lumOff val="35000"/>
                  </a:schemeClr>
                </a:solidFill>
                <a:latin typeface="+mj-lt"/>
                <a:ea typeface="+mn-ea"/>
                <a:cs typeface="Arial" pitchFamily="34" charset="0"/>
              </a:rPr>
              <a:t>Body</a:t>
            </a:r>
          </a:p>
        </p:txBody>
      </p:sp>
    </p:spTree>
    <p:extLst>
      <p:ext uri="{BB962C8B-B14F-4D97-AF65-F5344CB8AC3E}">
        <p14:creationId xmlns:p14="http://schemas.microsoft.com/office/powerpoint/2010/main" val="11375416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00000"/>
              </a:lnSpc>
            </a:pPr>
            <a:r>
              <a:rPr lang="en-US" altLang="ja-JP" sz="2400" dirty="0"/>
              <a:t>JSON : </a:t>
            </a:r>
            <a:r>
              <a:rPr lang="ja-JP" altLang="en-US" sz="2400"/>
              <a:t>情報のやりとりのフォーマット</a:t>
            </a:r>
            <a:r>
              <a:rPr lang="en-US" altLang="ja-JP" sz="2400" dirty="0"/>
              <a:t>(2)</a:t>
            </a:r>
            <a:endParaRPr lang="en-US" sz="2400" dirty="0"/>
          </a:p>
        </p:txBody>
      </p:sp>
      <p:sp>
        <p:nvSpPr>
          <p:cNvPr id="7" name="Content Placeholder 6">
            <a:extLst>
              <a:ext uri="{FF2B5EF4-FFF2-40B4-BE49-F238E27FC236}">
                <a16:creationId xmlns:a16="http://schemas.microsoft.com/office/drawing/2014/main" id="{A267C904-C919-5042-BD5D-4AEC516BB90E}"/>
              </a:ext>
            </a:extLst>
          </p:cNvPr>
          <p:cNvSpPr>
            <a:spLocks noGrp="1"/>
          </p:cNvSpPr>
          <p:nvPr>
            <p:ph idx="1"/>
          </p:nvPr>
        </p:nvSpPr>
        <p:spPr/>
        <p:txBody>
          <a:bodyPr/>
          <a:lstStyle/>
          <a:p>
            <a:pPr marL="342900" indent="-342900">
              <a:buFont typeface="Arial" panose="020B0604020202020204" pitchFamily="34" charset="0"/>
              <a:buChar char="•"/>
            </a:pPr>
            <a:r>
              <a:rPr lang="ja-JP" altLang="en-US" sz="1800"/>
              <a:t>「キー」と「バリュー」の構造を複数含む。連想配列。</a:t>
            </a:r>
            <a:r>
              <a:rPr lang="en-US" altLang="ja-JP" sz="1800" dirty="0"/>
              <a:t>{apple:5, banana:3}</a:t>
            </a:r>
          </a:p>
          <a:p>
            <a:pPr marL="342900" indent="-342900">
              <a:buFont typeface="Arial" panose="020B0604020202020204" pitchFamily="34" charset="0"/>
              <a:buChar char="•"/>
            </a:pPr>
            <a:r>
              <a:rPr lang="ja-JP" altLang="en-US" sz="1800"/>
              <a:t>使えるデータの種類は文字列、数値、ブールと</a:t>
            </a:r>
            <a:r>
              <a:rPr lang="en-US" altLang="ja-JP" sz="1800" dirty="0"/>
              <a:t>null</a:t>
            </a:r>
            <a:r>
              <a:rPr lang="ja-JP" altLang="en-US" sz="1800"/>
              <a:t>、リスト及び連想配列</a:t>
            </a:r>
            <a:endParaRPr lang="en-US" altLang="ja-JP" sz="1800" dirty="0"/>
          </a:p>
          <a:p>
            <a:pPr marL="342900" indent="-342900">
              <a:buFont typeface="Arial" panose="020B0604020202020204" pitchFamily="34" charset="0"/>
              <a:buChar char="•"/>
            </a:pPr>
            <a:r>
              <a:rPr lang="ja-JP" altLang="en-US" sz="1800"/>
              <a:t>階層構造を作ることができる</a:t>
            </a:r>
            <a:endParaRPr lang="en-US" sz="1800" dirty="0"/>
          </a:p>
        </p:txBody>
      </p:sp>
      <p:sp>
        <p:nvSpPr>
          <p:cNvPr id="13" name="TextBox 12">
            <a:extLst>
              <a:ext uri="{FF2B5EF4-FFF2-40B4-BE49-F238E27FC236}">
                <a16:creationId xmlns:a16="http://schemas.microsoft.com/office/drawing/2014/main" id="{3DE1233D-20D2-A346-8767-CFFCDECB4E67}"/>
              </a:ext>
            </a:extLst>
          </p:cNvPr>
          <p:cNvSpPr txBox="1"/>
          <p:nvPr/>
        </p:nvSpPr>
        <p:spPr>
          <a:xfrm>
            <a:off x="3633951" y="2422166"/>
            <a:ext cx="4977681" cy="2123658"/>
          </a:xfrm>
          <a:prstGeom prst="rect">
            <a:avLst/>
          </a:prstGeom>
          <a:noFill/>
          <a:ln>
            <a:solidFill>
              <a:schemeClr val="tx1"/>
            </a:solidFill>
          </a:ln>
        </p:spPr>
        <p:txBody>
          <a:bodyPr wrap="square" rtlCol="0">
            <a:spAutoFit/>
          </a:bodyPr>
          <a:lstStyle/>
          <a:p>
            <a:r>
              <a:rPr lang="en-US" sz="1200" dirty="0">
                <a:latin typeface="Consolas" panose="020B0609020204030204" pitchFamily="49" charset="0"/>
                <a:cs typeface="Consolas" panose="020B0609020204030204" pitchFamily="49" charset="0"/>
              </a:rPr>
              <a:t>{</a:t>
            </a:r>
          </a:p>
          <a:p>
            <a:r>
              <a:rPr lang="en-US" sz="1200" dirty="0">
                <a:latin typeface="Consolas" panose="020B0609020204030204" pitchFamily="49" charset="0"/>
                <a:cs typeface="Consolas" panose="020B0609020204030204" pitchFamily="49" charset="0"/>
              </a:rPr>
              <a:t>  "</a:t>
            </a:r>
            <a:r>
              <a:rPr lang="en-US" sz="1200" dirty="0" err="1">
                <a:latin typeface="Consolas" panose="020B0609020204030204" pitchFamily="49" charset="0"/>
                <a:cs typeface="Consolas" panose="020B0609020204030204" pitchFamily="49" charset="0"/>
              </a:rPr>
              <a:t>color_list</a:t>
            </a:r>
            <a:r>
              <a:rPr lang="en-US" sz="1200" dirty="0">
                <a:latin typeface="Consolas" panose="020B0609020204030204" pitchFamily="49" charset="0"/>
                <a:cs typeface="Consolas" panose="020B0609020204030204" pitchFamily="49" charset="0"/>
              </a:rPr>
              <a:t>": [ "red", "green", "blue" ],</a:t>
            </a:r>
          </a:p>
          <a:p>
            <a:r>
              <a:rPr lang="en-US" sz="1200" dirty="0">
                <a:latin typeface="Consolas" panose="020B0609020204030204" pitchFamily="49" charset="0"/>
                <a:cs typeface="Consolas" panose="020B0609020204030204" pitchFamily="49" charset="0"/>
              </a:rPr>
              <a:t>  "</a:t>
            </a:r>
            <a:r>
              <a:rPr lang="en-US" sz="1200" dirty="0" err="1">
                <a:latin typeface="Consolas" panose="020B0609020204030204" pitchFamily="49" charset="0"/>
                <a:cs typeface="Consolas" panose="020B0609020204030204" pitchFamily="49" charset="0"/>
              </a:rPr>
              <a:t>num_list</a:t>
            </a:r>
            <a:r>
              <a:rPr lang="en-US" sz="1200" dirty="0">
                <a:latin typeface="Consolas" panose="020B0609020204030204" pitchFamily="49" charset="0"/>
                <a:cs typeface="Consolas" panose="020B0609020204030204" pitchFamily="49" charset="0"/>
              </a:rPr>
              <a:t>": [ 123, 456, 789 ],</a:t>
            </a:r>
          </a:p>
          <a:p>
            <a:r>
              <a:rPr lang="en-US" sz="1200" dirty="0">
                <a:latin typeface="Consolas" panose="020B0609020204030204" pitchFamily="49" charset="0"/>
                <a:cs typeface="Consolas" panose="020B0609020204030204" pitchFamily="49" charset="0"/>
              </a:rPr>
              <a:t>  "</a:t>
            </a:r>
            <a:r>
              <a:rPr lang="en-US" sz="1200" dirty="0" err="1">
                <a:latin typeface="Consolas" panose="020B0609020204030204" pitchFamily="49" charset="0"/>
                <a:cs typeface="Consolas" panose="020B0609020204030204" pitchFamily="49" charset="0"/>
              </a:rPr>
              <a:t>mix_list</a:t>
            </a:r>
            <a:r>
              <a:rPr lang="en-US" sz="1200" dirty="0">
                <a:latin typeface="Consolas" panose="020B0609020204030204" pitchFamily="49" charset="0"/>
                <a:cs typeface="Consolas" panose="020B0609020204030204" pitchFamily="49" charset="0"/>
              </a:rPr>
              <a:t>": [ "red", 456, null, true ],</a:t>
            </a:r>
          </a:p>
          <a:p>
            <a:r>
              <a:rPr lang="en-US" sz="1200" dirty="0">
                <a:latin typeface="Consolas" panose="020B0609020204030204" pitchFamily="49" charset="0"/>
                <a:cs typeface="Consolas" panose="020B0609020204030204" pitchFamily="49" charset="0"/>
              </a:rPr>
              <a:t>  "</a:t>
            </a:r>
            <a:r>
              <a:rPr lang="en-US" sz="1200" dirty="0" err="1">
                <a:latin typeface="Consolas" panose="020B0609020204030204" pitchFamily="49" charset="0"/>
                <a:cs typeface="Consolas" panose="020B0609020204030204" pitchFamily="49" charset="0"/>
              </a:rPr>
              <a:t>array_list</a:t>
            </a:r>
            <a:r>
              <a:rPr lang="en-US" sz="1200" dirty="0">
                <a:latin typeface="Consolas" panose="020B0609020204030204" pitchFamily="49" charset="0"/>
                <a:cs typeface="Consolas" panose="020B0609020204030204" pitchFamily="49" charset="0"/>
              </a:rPr>
              <a:t>": [ [ 12, 23 ], [ 34, 45 ], [ 56, 67 ] ],</a:t>
            </a:r>
          </a:p>
          <a:p>
            <a:r>
              <a:rPr lang="en-US" sz="1200" dirty="0">
                <a:latin typeface="Consolas" panose="020B0609020204030204" pitchFamily="49" charset="0"/>
                <a:cs typeface="Consolas" panose="020B0609020204030204" pitchFamily="49" charset="0"/>
              </a:rPr>
              <a:t>  "</a:t>
            </a:r>
            <a:r>
              <a:rPr lang="en-US" sz="1200" dirty="0" err="1">
                <a:latin typeface="Consolas" panose="020B0609020204030204" pitchFamily="49" charset="0"/>
                <a:cs typeface="Consolas" panose="020B0609020204030204" pitchFamily="49" charset="0"/>
              </a:rPr>
              <a:t>object_list</a:t>
            </a:r>
            <a:r>
              <a:rPr lang="en-US" sz="1200" dirty="0">
                <a:latin typeface="Consolas" panose="020B0609020204030204" pitchFamily="49" charset="0"/>
                <a:cs typeface="Consolas" panose="020B0609020204030204" pitchFamily="49" charset="0"/>
              </a:rPr>
              <a:t>": [</a:t>
            </a:r>
          </a:p>
          <a:p>
            <a:r>
              <a:rPr lang="en-US" sz="1200" dirty="0">
                <a:latin typeface="Consolas" panose="020B0609020204030204" pitchFamily="49" charset="0"/>
                <a:cs typeface="Consolas" panose="020B0609020204030204" pitchFamily="49" charset="0"/>
              </a:rPr>
              <a:t>    { "name": "Tanaka", "age": 26 },</a:t>
            </a:r>
          </a:p>
          <a:p>
            <a:r>
              <a:rPr lang="en-US" sz="1200" dirty="0">
                <a:latin typeface="Consolas" panose="020B0609020204030204" pitchFamily="49" charset="0"/>
                <a:cs typeface="Consolas" panose="020B0609020204030204" pitchFamily="49" charset="0"/>
              </a:rPr>
              <a:t>    { "name: "Suzuki", "age": 32 }</a:t>
            </a:r>
          </a:p>
          <a:p>
            <a:r>
              <a:rPr lang="en-US" sz="1200" dirty="0">
                <a:latin typeface="Consolas" panose="020B0609020204030204" pitchFamily="49" charset="0"/>
                <a:cs typeface="Consolas" panose="020B0609020204030204" pitchFamily="49" charset="0"/>
              </a:rPr>
              <a:t>  ]</a:t>
            </a:r>
          </a:p>
          <a:p>
            <a:r>
              <a:rPr lang="en-US" sz="1200" dirty="0">
                <a:latin typeface="Consolas" panose="020B0609020204030204" pitchFamily="49" charset="0"/>
                <a:cs typeface="Consolas" panose="020B0609020204030204" pitchFamily="49" charset="0"/>
              </a:rPr>
              <a:t>}</a:t>
            </a:r>
          </a:p>
          <a:p>
            <a:endParaRPr lang="en-US" sz="1200" dirty="0">
              <a:latin typeface="Consolas" panose="020B0609020204030204" pitchFamily="49" charset="0"/>
              <a:cs typeface="Consolas" panose="020B0609020204030204" pitchFamily="49" charset="0"/>
            </a:endParaRPr>
          </a:p>
        </p:txBody>
      </p:sp>
      <p:sp>
        <p:nvSpPr>
          <p:cNvPr id="15" name="TextBox 14">
            <a:extLst>
              <a:ext uri="{FF2B5EF4-FFF2-40B4-BE49-F238E27FC236}">
                <a16:creationId xmlns:a16="http://schemas.microsoft.com/office/drawing/2014/main" id="{679FED96-CA5A-CA47-A872-3FEFEC1F30B2}"/>
              </a:ext>
            </a:extLst>
          </p:cNvPr>
          <p:cNvSpPr txBox="1"/>
          <p:nvPr/>
        </p:nvSpPr>
        <p:spPr>
          <a:xfrm>
            <a:off x="686811" y="2422166"/>
            <a:ext cx="2569137" cy="830997"/>
          </a:xfrm>
          <a:prstGeom prst="rect">
            <a:avLst/>
          </a:prstGeom>
          <a:noFill/>
          <a:ln>
            <a:solidFill>
              <a:schemeClr val="tx1"/>
            </a:solidFill>
          </a:ln>
        </p:spPr>
        <p:txBody>
          <a:bodyPr wrap="square" rtlCol="0">
            <a:spAutoFit/>
          </a:bodyPr>
          <a:lstStyle/>
          <a:p>
            <a:r>
              <a:rPr lang="en-US" sz="1200" dirty="0">
                <a:latin typeface="Consolas" panose="020B0609020204030204" pitchFamily="49" charset="0"/>
                <a:cs typeface="Consolas" panose="020B0609020204030204" pitchFamily="49" charset="0"/>
              </a:rPr>
              <a:t>{</a:t>
            </a:r>
          </a:p>
          <a:p>
            <a:r>
              <a:rPr lang="en-US" sz="1200" dirty="0">
                <a:latin typeface="Consolas" panose="020B0609020204030204" pitchFamily="49" charset="0"/>
                <a:cs typeface="Consolas" panose="020B0609020204030204" pitchFamily="49" charset="0"/>
              </a:rPr>
              <a:t>  "name": "Tanaka",</a:t>
            </a:r>
          </a:p>
          <a:p>
            <a:r>
              <a:rPr lang="en-US" sz="1200" dirty="0">
                <a:latin typeface="Consolas" panose="020B0609020204030204" pitchFamily="49" charset="0"/>
                <a:cs typeface="Consolas" panose="020B0609020204030204" pitchFamily="49" charset="0"/>
              </a:rPr>
              <a:t>  "age": 26</a:t>
            </a:r>
          </a:p>
          <a:p>
            <a:r>
              <a:rPr lang="en-US" sz="1200" dirty="0">
                <a:latin typeface="Consolas" panose="020B0609020204030204" pitchFamily="49" charset="0"/>
                <a:cs typeface="Consolas" panose="020B0609020204030204" pitchFamily="49" charset="0"/>
              </a:rPr>
              <a:t>}</a:t>
            </a:r>
          </a:p>
        </p:txBody>
      </p:sp>
      <p:sp>
        <p:nvSpPr>
          <p:cNvPr id="16" name="TextBox 15">
            <a:extLst>
              <a:ext uri="{FF2B5EF4-FFF2-40B4-BE49-F238E27FC236}">
                <a16:creationId xmlns:a16="http://schemas.microsoft.com/office/drawing/2014/main" id="{6519543E-3CF8-7B48-AF44-61906C9194BE}"/>
              </a:ext>
            </a:extLst>
          </p:cNvPr>
          <p:cNvSpPr txBox="1"/>
          <p:nvPr/>
        </p:nvSpPr>
        <p:spPr>
          <a:xfrm>
            <a:off x="686810" y="3541608"/>
            <a:ext cx="2569137" cy="1015663"/>
          </a:xfrm>
          <a:prstGeom prst="rect">
            <a:avLst/>
          </a:prstGeom>
          <a:noFill/>
          <a:ln>
            <a:solidFill>
              <a:schemeClr val="tx1"/>
            </a:solidFill>
          </a:ln>
        </p:spPr>
        <p:txBody>
          <a:bodyPr wrap="square" rtlCol="0">
            <a:spAutoFit/>
          </a:bodyPr>
          <a:lstStyle/>
          <a:p>
            <a:r>
              <a:rPr lang="en-US" sz="1200" dirty="0">
                <a:latin typeface="Consolas" panose="020B0609020204030204" pitchFamily="49" charset="0"/>
                <a:cs typeface="Consolas" panose="020B0609020204030204" pitchFamily="49" charset="0"/>
              </a:rPr>
              <a:t>{</a:t>
            </a:r>
          </a:p>
          <a:p>
            <a:r>
              <a:rPr lang="en-US" sz="1200" dirty="0">
                <a:latin typeface="Consolas" panose="020B0609020204030204" pitchFamily="49" charset="0"/>
                <a:cs typeface="Consolas" panose="020B0609020204030204" pitchFamily="49" charset="0"/>
              </a:rPr>
              <a:t>  "</a:t>
            </a:r>
            <a:r>
              <a:rPr lang="en-US" sz="1200" dirty="0" err="1">
                <a:latin typeface="Consolas" panose="020B0609020204030204" pitchFamily="49" charset="0"/>
                <a:cs typeface="Consolas" panose="020B0609020204030204" pitchFamily="49" charset="0"/>
              </a:rPr>
              <a:t>active_flag</a:t>
            </a:r>
            <a:r>
              <a:rPr lang="en-US" sz="1200" dirty="0">
                <a:latin typeface="Consolas" panose="020B0609020204030204" pitchFamily="49" charset="0"/>
                <a:cs typeface="Consolas" panose="020B0609020204030204" pitchFamily="49" charset="0"/>
              </a:rPr>
              <a:t>": true,</a:t>
            </a:r>
          </a:p>
          <a:p>
            <a:r>
              <a:rPr lang="en-US" sz="1200" dirty="0">
                <a:latin typeface="Consolas" panose="020B0609020204030204" pitchFamily="49" charset="0"/>
                <a:cs typeface="Consolas" panose="020B0609020204030204" pitchFamily="49" charset="0"/>
              </a:rPr>
              <a:t>  "</a:t>
            </a:r>
            <a:r>
              <a:rPr lang="en-US" sz="1200" dirty="0" err="1">
                <a:latin typeface="Consolas" panose="020B0609020204030204" pitchFamily="49" charset="0"/>
                <a:cs typeface="Consolas" panose="020B0609020204030204" pitchFamily="49" charset="0"/>
              </a:rPr>
              <a:t>delete_flag</a:t>
            </a:r>
            <a:r>
              <a:rPr lang="en-US" sz="1200" dirty="0">
                <a:latin typeface="Consolas" panose="020B0609020204030204" pitchFamily="49" charset="0"/>
                <a:cs typeface="Consolas" panose="020B0609020204030204" pitchFamily="49" charset="0"/>
              </a:rPr>
              <a:t>": false,</a:t>
            </a:r>
          </a:p>
          <a:p>
            <a:r>
              <a:rPr lang="en-US" sz="1200" dirty="0">
                <a:latin typeface="Consolas" panose="020B0609020204030204" pitchFamily="49" charset="0"/>
                <a:cs typeface="Consolas" panose="020B0609020204030204" pitchFamily="49" charset="0"/>
              </a:rPr>
              <a:t>  "name": null</a:t>
            </a:r>
          </a:p>
          <a:p>
            <a:r>
              <a:rPr lang="en-US" sz="1200" dirty="0">
                <a:latin typeface="Consolas" panose="020B0609020204030204" pitchFamily="49" charset="0"/>
                <a:cs typeface="Consolas" panose="020B0609020204030204" pitchFamily="49" charset="0"/>
              </a:rPr>
              <a:t>}</a:t>
            </a:r>
          </a:p>
        </p:txBody>
      </p:sp>
      <p:sp>
        <p:nvSpPr>
          <p:cNvPr id="3" name="TextBox 2">
            <a:extLst>
              <a:ext uri="{FF2B5EF4-FFF2-40B4-BE49-F238E27FC236}">
                <a16:creationId xmlns:a16="http://schemas.microsoft.com/office/drawing/2014/main" id="{CD4C6B3C-217D-5349-B1F7-06EB59F8F0C5}"/>
              </a:ext>
            </a:extLst>
          </p:cNvPr>
          <p:cNvSpPr txBox="1"/>
          <p:nvPr/>
        </p:nvSpPr>
        <p:spPr>
          <a:xfrm>
            <a:off x="3691791" y="4666003"/>
            <a:ext cx="1760418" cy="369332"/>
          </a:xfrm>
          <a:prstGeom prst="rect">
            <a:avLst/>
          </a:prstGeom>
          <a:noFill/>
        </p:spPr>
        <p:txBody>
          <a:bodyPr wrap="none" rtlCol="0">
            <a:spAutoFit/>
          </a:bodyPr>
          <a:lstStyle/>
          <a:p>
            <a:r>
              <a:rPr lang="en-US" dirty="0">
                <a:solidFill>
                  <a:schemeClr val="tx1">
                    <a:lumMod val="65000"/>
                    <a:lumOff val="35000"/>
                  </a:schemeClr>
                </a:solidFill>
                <a:latin typeface="+mj-lt"/>
                <a:ea typeface="+mn-ea"/>
                <a:cs typeface="Arial" pitchFamily="34" charset="0"/>
              </a:rPr>
              <a:t>JSON</a:t>
            </a:r>
            <a:r>
              <a:rPr lang="ja-JP" altLang="en-US">
                <a:solidFill>
                  <a:schemeClr val="tx1">
                    <a:lumMod val="65000"/>
                    <a:lumOff val="35000"/>
                  </a:schemeClr>
                </a:solidFill>
                <a:latin typeface="+mj-lt"/>
                <a:ea typeface="+mn-ea"/>
                <a:cs typeface="Arial" pitchFamily="34" charset="0"/>
              </a:rPr>
              <a:t>のサンプル</a:t>
            </a:r>
            <a:endParaRPr lang="en-US" dirty="0" err="1">
              <a:solidFill>
                <a:schemeClr val="tx1">
                  <a:lumMod val="65000"/>
                  <a:lumOff val="35000"/>
                </a:schemeClr>
              </a:solidFill>
              <a:latin typeface="+mj-lt"/>
              <a:ea typeface="+mn-ea"/>
              <a:cs typeface="Arial" pitchFamily="34" charset="0"/>
            </a:endParaRPr>
          </a:p>
        </p:txBody>
      </p:sp>
    </p:spTree>
    <p:extLst>
      <p:ext uri="{BB962C8B-B14F-4D97-AF65-F5344CB8AC3E}">
        <p14:creationId xmlns:p14="http://schemas.microsoft.com/office/powerpoint/2010/main" val="19937542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00000"/>
              </a:lnSpc>
            </a:pPr>
            <a:r>
              <a:rPr lang="en-US" sz="2400" dirty="0"/>
              <a:t>Japan SE Lab</a:t>
            </a:r>
            <a:r>
              <a:rPr lang="ja-JP" altLang="en-US" sz="2400"/>
              <a:t>での</a:t>
            </a:r>
            <a:r>
              <a:rPr lang="en-US" sz="2400" dirty="0"/>
              <a:t>REST API</a:t>
            </a:r>
            <a:r>
              <a:rPr lang="ja-JP" altLang="en-US" sz="2400"/>
              <a:t>の利用例</a:t>
            </a:r>
            <a:endParaRPr lang="en-US" sz="2400" dirty="0"/>
          </a:p>
        </p:txBody>
      </p:sp>
      <p:sp>
        <p:nvSpPr>
          <p:cNvPr id="7" name="Content Placeholder 6">
            <a:extLst>
              <a:ext uri="{FF2B5EF4-FFF2-40B4-BE49-F238E27FC236}">
                <a16:creationId xmlns:a16="http://schemas.microsoft.com/office/drawing/2014/main" id="{A267C904-C919-5042-BD5D-4AEC516BB90E}"/>
              </a:ext>
            </a:extLst>
          </p:cNvPr>
          <p:cNvSpPr>
            <a:spLocks noGrp="1"/>
          </p:cNvSpPr>
          <p:nvPr>
            <p:ph idx="1"/>
          </p:nvPr>
        </p:nvSpPr>
        <p:spPr/>
        <p:txBody>
          <a:bodyPr/>
          <a:lstStyle/>
          <a:p>
            <a:pPr marL="342900" indent="-342900">
              <a:buFont typeface="Arial" panose="020B0604020202020204" pitchFamily="34" charset="0"/>
              <a:buChar char="•"/>
            </a:pPr>
            <a:r>
              <a:rPr lang="ja-JP" altLang="en-US" sz="1800"/>
              <a:t>演習環境、テスト環境の自動構築</a:t>
            </a:r>
            <a:r>
              <a:rPr lang="en-US" altLang="ja-JP" sz="1800" dirty="0"/>
              <a:t>(</a:t>
            </a:r>
            <a:r>
              <a:rPr lang="ja-JP" altLang="en-US" sz="1800"/>
              <a:t>以下</a:t>
            </a:r>
            <a:r>
              <a:rPr lang="en-US" altLang="ja-JP" sz="1800" dirty="0"/>
              <a:t>)</a:t>
            </a:r>
          </a:p>
          <a:p>
            <a:pPr marL="342900" indent="-342900">
              <a:buFont typeface="Arial" panose="020B0604020202020204" pitchFamily="34" charset="0"/>
              <a:buChar char="•"/>
            </a:pPr>
            <a:r>
              <a:rPr lang="ja-JP" altLang="en-US" sz="1800"/>
              <a:t>日々の作業を楽にするツールの開発</a:t>
            </a:r>
            <a:r>
              <a:rPr lang="en-US" altLang="ja-JP" sz="1800" dirty="0"/>
              <a:t>(</a:t>
            </a:r>
            <a:r>
              <a:rPr lang="ja-JP" altLang="en-US" sz="1800"/>
              <a:t>次ページ</a:t>
            </a:r>
            <a:r>
              <a:rPr lang="en-US" altLang="ja-JP" sz="1800" dirty="0"/>
              <a:t>)</a:t>
            </a:r>
            <a:endParaRPr lang="en-US" sz="1800" dirty="0"/>
          </a:p>
        </p:txBody>
      </p:sp>
      <p:pic>
        <p:nvPicPr>
          <p:cNvPr id="8" name="Picture 7">
            <a:extLst>
              <a:ext uri="{FF2B5EF4-FFF2-40B4-BE49-F238E27FC236}">
                <a16:creationId xmlns:a16="http://schemas.microsoft.com/office/drawing/2014/main" id="{77E84EB5-0021-6142-978C-C2E4E7B390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45902" y="2043089"/>
            <a:ext cx="2139652" cy="590249"/>
          </a:xfrm>
          <a:prstGeom prst="rect">
            <a:avLst/>
          </a:prstGeom>
        </p:spPr>
      </p:pic>
      <p:sp>
        <p:nvSpPr>
          <p:cNvPr id="4" name="Smiley Face 3">
            <a:extLst>
              <a:ext uri="{FF2B5EF4-FFF2-40B4-BE49-F238E27FC236}">
                <a16:creationId xmlns:a16="http://schemas.microsoft.com/office/drawing/2014/main" id="{F3CEA467-EA5B-9541-A2D0-75DE3F666FA0}"/>
              </a:ext>
            </a:extLst>
          </p:cNvPr>
          <p:cNvSpPr/>
          <p:nvPr/>
        </p:nvSpPr>
        <p:spPr bwMode="gray">
          <a:xfrm>
            <a:off x="808271" y="1981501"/>
            <a:ext cx="590249" cy="590249"/>
          </a:xfrm>
          <a:prstGeom prst="smileyFace">
            <a:avLst/>
          </a:prstGeom>
          <a:solidFill>
            <a:schemeClr val="bg2"/>
          </a:solidFill>
          <a:ln>
            <a:solidFill>
              <a:schemeClr val="tx1"/>
            </a:solidFill>
          </a:ln>
          <a:scene3d>
            <a:camera prst="orthographicFront"/>
            <a:lightRig rig="threePt" dir="t"/>
          </a:scene3d>
          <a:sp3d prstMaterial="plastic">
            <a:bevelT w="19050" h="6350"/>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solidFill>
                <a:srgbClr val="C7C9CC"/>
              </a:solidFill>
              <a:latin typeface="+mj-lt"/>
              <a:cs typeface="Arial" pitchFamily="34" charset="0"/>
            </a:endParaRPr>
          </a:p>
        </p:txBody>
      </p:sp>
      <p:cxnSp>
        <p:nvCxnSpPr>
          <p:cNvPr id="6" name="Straight Arrow Connector 5">
            <a:extLst>
              <a:ext uri="{FF2B5EF4-FFF2-40B4-BE49-F238E27FC236}">
                <a16:creationId xmlns:a16="http://schemas.microsoft.com/office/drawing/2014/main" id="{CE425EBB-4863-5441-8008-2B7846F67FE1}"/>
              </a:ext>
            </a:extLst>
          </p:cNvPr>
          <p:cNvCxnSpPr>
            <a:cxnSpLocks/>
          </p:cNvCxnSpPr>
          <p:nvPr/>
        </p:nvCxnSpPr>
        <p:spPr>
          <a:xfrm>
            <a:off x="2388516" y="2133132"/>
            <a:ext cx="356339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6470B720-3F62-EB4E-BBD0-64DD6D4A5689}"/>
              </a:ext>
            </a:extLst>
          </p:cNvPr>
          <p:cNvSpPr txBox="1"/>
          <p:nvPr/>
        </p:nvSpPr>
        <p:spPr>
          <a:xfrm>
            <a:off x="6352589" y="1673757"/>
            <a:ext cx="2326278" cy="369332"/>
          </a:xfrm>
          <a:prstGeom prst="rect">
            <a:avLst/>
          </a:prstGeom>
          <a:noFill/>
        </p:spPr>
        <p:txBody>
          <a:bodyPr wrap="none" rtlCol="0">
            <a:spAutoFit/>
          </a:bodyPr>
          <a:lstStyle/>
          <a:p>
            <a:r>
              <a:rPr lang="ja-JP" altLang="en-US">
                <a:solidFill>
                  <a:schemeClr val="tx1">
                    <a:lumMod val="65000"/>
                    <a:lumOff val="35000"/>
                  </a:schemeClr>
                </a:solidFill>
                <a:latin typeface="+mj-lt"/>
                <a:ea typeface="+mn-ea"/>
                <a:cs typeface="Arial" pitchFamily="34" charset="0"/>
              </a:rPr>
              <a:t>利用終了後のクラスタ</a:t>
            </a:r>
            <a:endParaRPr lang="en-US" dirty="0" err="1">
              <a:solidFill>
                <a:schemeClr val="tx1">
                  <a:lumMod val="65000"/>
                  <a:lumOff val="35000"/>
                </a:schemeClr>
              </a:solidFill>
              <a:latin typeface="+mj-lt"/>
              <a:ea typeface="+mn-ea"/>
              <a:cs typeface="Arial" pitchFamily="34" charset="0"/>
            </a:endParaRPr>
          </a:p>
        </p:txBody>
      </p:sp>
      <p:sp>
        <p:nvSpPr>
          <p:cNvPr id="14" name="TextBox 13">
            <a:extLst>
              <a:ext uri="{FF2B5EF4-FFF2-40B4-BE49-F238E27FC236}">
                <a16:creationId xmlns:a16="http://schemas.microsoft.com/office/drawing/2014/main" id="{3574E859-A4EB-4C45-91E5-C08B736EBEA0}"/>
              </a:ext>
            </a:extLst>
          </p:cNvPr>
          <p:cNvSpPr txBox="1"/>
          <p:nvPr/>
        </p:nvSpPr>
        <p:spPr>
          <a:xfrm>
            <a:off x="2204710" y="2184563"/>
            <a:ext cx="3023585" cy="369332"/>
          </a:xfrm>
          <a:prstGeom prst="rect">
            <a:avLst/>
          </a:prstGeom>
          <a:noFill/>
        </p:spPr>
        <p:txBody>
          <a:bodyPr wrap="none" rtlCol="0">
            <a:spAutoFit/>
          </a:bodyPr>
          <a:lstStyle/>
          <a:p>
            <a:r>
              <a:rPr lang="ja-JP" altLang="en-US">
                <a:solidFill>
                  <a:schemeClr val="tx1">
                    <a:lumMod val="65000"/>
                    <a:lumOff val="35000"/>
                  </a:schemeClr>
                </a:solidFill>
                <a:latin typeface="+mj-lt"/>
                <a:ea typeface="+mn-ea"/>
                <a:cs typeface="Arial" pitchFamily="34" charset="0"/>
              </a:rPr>
              <a:t>手動でクラスタの初期化</a:t>
            </a:r>
            <a:r>
              <a:rPr lang="en-US" altLang="ja-JP" dirty="0">
                <a:solidFill>
                  <a:schemeClr val="tx1">
                    <a:lumMod val="65000"/>
                    <a:lumOff val="35000"/>
                  </a:schemeClr>
                </a:solidFill>
                <a:latin typeface="+mj-lt"/>
                <a:ea typeface="+mn-ea"/>
                <a:cs typeface="Arial" pitchFamily="34" charset="0"/>
              </a:rPr>
              <a:t>(5</a:t>
            </a:r>
            <a:r>
              <a:rPr lang="ja-JP" altLang="en-US">
                <a:solidFill>
                  <a:schemeClr val="tx1">
                    <a:lumMod val="65000"/>
                    <a:lumOff val="35000"/>
                  </a:schemeClr>
                </a:solidFill>
                <a:latin typeface="+mj-lt"/>
                <a:ea typeface="+mn-ea"/>
                <a:cs typeface="Arial" pitchFamily="34" charset="0"/>
              </a:rPr>
              <a:t>分</a:t>
            </a:r>
            <a:r>
              <a:rPr lang="en-US" altLang="ja-JP" dirty="0">
                <a:solidFill>
                  <a:schemeClr val="tx1">
                    <a:lumMod val="65000"/>
                    <a:lumOff val="35000"/>
                  </a:schemeClr>
                </a:solidFill>
                <a:latin typeface="+mj-lt"/>
                <a:ea typeface="+mn-ea"/>
                <a:cs typeface="Arial" pitchFamily="34" charset="0"/>
              </a:rPr>
              <a:t>)</a:t>
            </a:r>
            <a:endParaRPr lang="en-US" dirty="0">
              <a:solidFill>
                <a:schemeClr val="tx1">
                  <a:lumMod val="65000"/>
                  <a:lumOff val="35000"/>
                </a:schemeClr>
              </a:solidFill>
              <a:latin typeface="+mj-lt"/>
              <a:ea typeface="+mn-ea"/>
              <a:cs typeface="Arial" pitchFamily="34" charset="0"/>
            </a:endParaRPr>
          </a:p>
        </p:txBody>
      </p:sp>
      <p:cxnSp>
        <p:nvCxnSpPr>
          <p:cNvPr id="17" name="Straight Arrow Connector 16">
            <a:extLst>
              <a:ext uri="{FF2B5EF4-FFF2-40B4-BE49-F238E27FC236}">
                <a16:creationId xmlns:a16="http://schemas.microsoft.com/office/drawing/2014/main" id="{63BC9E36-D535-9B4D-977C-C79A0D81CE29}"/>
              </a:ext>
            </a:extLst>
          </p:cNvPr>
          <p:cNvCxnSpPr>
            <a:cxnSpLocks/>
          </p:cNvCxnSpPr>
          <p:nvPr/>
        </p:nvCxnSpPr>
        <p:spPr>
          <a:xfrm flipV="1">
            <a:off x="2388516" y="2771161"/>
            <a:ext cx="3563397" cy="2158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3789CF59-4952-BF4C-94FC-7C91621DACF9}"/>
              </a:ext>
            </a:extLst>
          </p:cNvPr>
          <p:cNvSpPr txBox="1"/>
          <p:nvPr/>
        </p:nvSpPr>
        <p:spPr>
          <a:xfrm>
            <a:off x="2204710" y="2850573"/>
            <a:ext cx="3706464" cy="369332"/>
          </a:xfrm>
          <a:prstGeom prst="rect">
            <a:avLst/>
          </a:prstGeom>
          <a:noFill/>
        </p:spPr>
        <p:txBody>
          <a:bodyPr wrap="none" rtlCol="0">
            <a:spAutoFit/>
          </a:bodyPr>
          <a:lstStyle/>
          <a:p>
            <a:r>
              <a:rPr lang="ja-JP" altLang="en-US">
                <a:solidFill>
                  <a:schemeClr val="tx1">
                    <a:lumMod val="65000"/>
                    <a:lumOff val="35000"/>
                  </a:schemeClr>
                </a:solidFill>
                <a:latin typeface="+mj-lt"/>
                <a:ea typeface="+mn-ea"/>
                <a:cs typeface="Arial" pitchFamily="34" charset="0"/>
              </a:rPr>
              <a:t>手動でクラスタの再構築</a:t>
            </a:r>
            <a:r>
              <a:rPr lang="en-US" altLang="ja-JP" dirty="0">
                <a:solidFill>
                  <a:schemeClr val="tx1">
                    <a:lumMod val="65000"/>
                    <a:lumOff val="35000"/>
                  </a:schemeClr>
                </a:solidFill>
                <a:latin typeface="+mj-lt"/>
                <a:ea typeface="+mn-ea"/>
                <a:cs typeface="Arial" pitchFamily="34" charset="0"/>
              </a:rPr>
              <a:t>(5</a:t>
            </a:r>
            <a:r>
              <a:rPr lang="ja-JP" altLang="en-US">
                <a:solidFill>
                  <a:schemeClr val="tx1">
                    <a:lumMod val="65000"/>
                    <a:lumOff val="35000"/>
                  </a:schemeClr>
                </a:solidFill>
                <a:latin typeface="+mj-lt"/>
                <a:ea typeface="+mn-ea"/>
                <a:cs typeface="Arial" pitchFamily="34" charset="0"/>
              </a:rPr>
              <a:t>分</a:t>
            </a:r>
            <a:r>
              <a:rPr lang="en-US" altLang="ja-JP" dirty="0">
                <a:solidFill>
                  <a:schemeClr val="tx1">
                    <a:lumMod val="65000"/>
                    <a:lumOff val="35000"/>
                  </a:schemeClr>
                </a:solidFill>
                <a:latin typeface="+mj-lt"/>
                <a:ea typeface="+mn-ea"/>
                <a:cs typeface="Arial" pitchFamily="34" charset="0"/>
              </a:rPr>
              <a:t> + </a:t>
            </a:r>
            <a:r>
              <a:rPr lang="ja-JP" altLang="en-US">
                <a:solidFill>
                  <a:schemeClr val="tx1">
                    <a:lumMod val="65000"/>
                    <a:lumOff val="35000"/>
                  </a:schemeClr>
                </a:solidFill>
                <a:latin typeface="+mj-lt"/>
                <a:ea typeface="+mn-ea"/>
                <a:cs typeface="Arial" pitchFamily="34" charset="0"/>
              </a:rPr>
              <a:t>放置</a:t>
            </a:r>
            <a:r>
              <a:rPr lang="en-US" altLang="ja-JP" dirty="0">
                <a:solidFill>
                  <a:schemeClr val="tx1">
                    <a:lumMod val="65000"/>
                    <a:lumOff val="35000"/>
                  </a:schemeClr>
                </a:solidFill>
                <a:latin typeface="+mj-lt"/>
                <a:ea typeface="+mn-ea"/>
                <a:cs typeface="Arial" pitchFamily="34" charset="0"/>
              </a:rPr>
              <a:t>)</a:t>
            </a:r>
            <a:endParaRPr lang="en-US" dirty="0">
              <a:solidFill>
                <a:schemeClr val="tx1">
                  <a:lumMod val="65000"/>
                  <a:lumOff val="35000"/>
                </a:schemeClr>
              </a:solidFill>
              <a:latin typeface="+mj-lt"/>
              <a:ea typeface="+mn-ea"/>
              <a:cs typeface="Arial" pitchFamily="34" charset="0"/>
            </a:endParaRPr>
          </a:p>
        </p:txBody>
      </p:sp>
      <p:cxnSp>
        <p:nvCxnSpPr>
          <p:cNvPr id="19" name="Straight Arrow Connector 18">
            <a:extLst>
              <a:ext uri="{FF2B5EF4-FFF2-40B4-BE49-F238E27FC236}">
                <a16:creationId xmlns:a16="http://schemas.microsoft.com/office/drawing/2014/main" id="{03C727AA-3031-7742-AFBF-EA4C42CD224C}"/>
              </a:ext>
            </a:extLst>
          </p:cNvPr>
          <p:cNvCxnSpPr>
            <a:cxnSpLocks/>
          </p:cNvCxnSpPr>
          <p:nvPr/>
        </p:nvCxnSpPr>
        <p:spPr>
          <a:xfrm>
            <a:off x="1246909" y="3549376"/>
            <a:ext cx="4705004"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F2776E9D-8FB2-2349-A051-245BFC734903}"/>
              </a:ext>
            </a:extLst>
          </p:cNvPr>
          <p:cNvSpPr txBox="1"/>
          <p:nvPr/>
        </p:nvSpPr>
        <p:spPr>
          <a:xfrm>
            <a:off x="1656575" y="3809914"/>
            <a:ext cx="5388270" cy="1200329"/>
          </a:xfrm>
          <a:prstGeom prst="rect">
            <a:avLst/>
          </a:prstGeom>
          <a:noFill/>
        </p:spPr>
        <p:txBody>
          <a:bodyPr wrap="none" rtlCol="0">
            <a:spAutoFit/>
          </a:bodyPr>
          <a:lstStyle/>
          <a:p>
            <a:r>
              <a:rPr lang="en-US" altLang="ja-JP" dirty="0">
                <a:solidFill>
                  <a:schemeClr val="tx1">
                    <a:lumMod val="65000"/>
                    <a:lumOff val="35000"/>
                  </a:schemeClr>
                </a:solidFill>
                <a:latin typeface="+mj-lt"/>
                <a:ea typeface="+mn-ea"/>
                <a:cs typeface="Arial" pitchFamily="34" charset="0"/>
              </a:rPr>
              <a:t>REST API</a:t>
            </a:r>
            <a:r>
              <a:rPr lang="ja-JP" altLang="en-US">
                <a:solidFill>
                  <a:schemeClr val="tx1">
                    <a:lumMod val="65000"/>
                    <a:lumOff val="35000"/>
                  </a:schemeClr>
                </a:solidFill>
                <a:latin typeface="+mj-lt"/>
                <a:ea typeface="+mn-ea"/>
                <a:cs typeface="Arial" pitchFamily="34" charset="0"/>
              </a:rPr>
              <a:t>経由の初期設定</a:t>
            </a:r>
            <a:r>
              <a:rPr lang="en-US" altLang="ja-JP" dirty="0">
                <a:solidFill>
                  <a:schemeClr val="tx1">
                    <a:lumMod val="65000"/>
                    <a:lumOff val="35000"/>
                  </a:schemeClr>
                </a:solidFill>
                <a:latin typeface="+mj-lt"/>
                <a:ea typeface="+mn-ea"/>
                <a:cs typeface="Arial" pitchFamily="34" charset="0"/>
              </a:rPr>
              <a:t>(1</a:t>
            </a:r>
            <a:r>
              <a:rPr lang="ja-JP" altLang="en-US">
                <a:solidFill>
                  <a:schemeClr val="tx1">
                    <a:lumMod val="65000"/>
                    <a:lumOff val="35000"/>
                  </a:schemeClr>
                </a:solidFill>
                <a:latin typeface="+mj-lt"/>
                <a:ea typeface="+mn-ea"/>
                <a:cs typeface="Arial" pitchFamily="34" charset="0"/>
              </a:rPr>
              <a:t>分</a:t>
            </a:r>
            <a:r>
              <a:rPr lang="en-US" altLang="ja-JP" dirty="0">
                <a:solidFill>
                  <a:schemeClr val="tx1">
                    <a:lumMod val="65000"/>
                    <a:lumOff val="35000"/>
                  </a:schemeClr>
                </a:solidFill>
                <a:latin typeface="+mj-lt"/>
                <a:ea typeface="+mn-ea"/>
                <a:cs typeface="Arial" pitchFamily="34" charset="0"/>
              </a:rPr>
              <a:t>)</a:t>
            </a:r>
          </a:p>
          <a:p>
            <a:pPr marL="285750" indent="-285750">
              <a:buFont typeface="Arial" panose="020B0604020202020204" pitchFamily="34" charset="0"/>
              <a:buChar char="•"/>
            </a:pPr>
            <a:r>
              <a:rPr lang="ja-JP" altLang="en-US">
                <a:solidFill>
                  <a:schemeClr val="tx1">
                    <a:lumMod val="65000"/>
                    <a:lumOff val="35000"/>
                  </a:schemeClr>
                </a:solidFill>
                <a:latin typeface="+mj-lt"/>
                <a:ea typeface="+mn-ea"/>
                <a:cs typeface="Arial" pitchFamily="34" charset="0"/>
              </a:rPr>
              <a:t>コンテナ、ネットワークの作成</a:t>
            </a:r>
            <a:endParaRPr lang="en-US" altLang="ja-JP" dirty="0">
              <a:solidFill>
                <a:schemeClr val="tx1">
                  <a:lumMod val="65000"/>
                  <a:lumOff val="35000"/>
                </a:schemeClr>
              </a:solidFill>
              <a:latin typeface="+mj-lt"/>
              <a:ea typeface="+mn-ea"/>
              <a:cs typeface="Arial" pitchFamily="34" charset="0"/>
            </a:endParaRPr>
          </a:p>
          <a:p>
            <a:pPr marL="285750" indent="-285750">
              <a:buFont typeface="Arial" panose="020B0604020202020204" pitchFamily="34" charset="0"/>
              <a:buChar char="•"/>
            </a:pPr>
            <a:r>
              <a:rPr lang="ja-JP" altLang="en-US">
                <a:solidFill>
                  <a:schemeClr val="tx1">
                    <a:lumMod val="65000"/>
                    <a:lumOff val="35000"/>
                  </a:schemeClr>
                </a:solidFill>
                <a:latin typeface="+mj-lt"/>
                <a:ea typeface="+mn-ea"/>
                <a:cs typeface="Arial" pitchFamily="34" charset="0"/>
              </a:rPr>
              <a:t>主要な</a:t>
            </a:r>
            <a:r>
              <a:rPr lang="en-US" altLang="ja-JP" dirty="0">
                <a:solidFill>
                  <a:schemeClr val="tx1">
                    <a:lumMod val="65000"/>
                    <a:lumOff val="35000"/>
                  </a:schemeClr>
                </a:solidFill>
                <a:latin typeface="+mj-lt"/>
                <a:ea typeface="+mn-ea"/>
                <a:cs typeface="Arial" pitchFamily="34" charset="0"/>
              </a:rPr>
              <a:t>ISO</a:t>
            </a:r>
            <a:r>
              <a:rPr lang="ja-JP" altLang="en-US">
                <a:solidFill>
                  <a:schemeClr val="tx1">
                    <a:lumMod val="65000"/>
                    <a:lumOff val="35000"/>
                  </a:schemeClr>
                </a:solidFill>
                <a:latin typeface="+mj-lt"/>
                <a:ea typeface="+mn-ea"/>
                <a:cs typeface="Arial" pitchFamily="34" charset="0"/>
              </a:rPr>
              <a:t>と</a:t>
            </a:r>
            <a:r>
              <a:rPr lang="en-US" altLang="ja-JP" dirty="0">
                <a:solidFill>
                  <a:schemeClr val="tx1">
                    <a:lumMod val="65000"/>
                    <a:lumOff val="35000"/>
                  </a:schemeClr>
                </a:solidFill>
                <a:latin typeface="+mj-lt"/>
                <a:ea typeface="+mn-ea"/>
                <a:cs typeface="Arial" pitchFamily="34" charset="0"/>
              </a:rPr>
              <a:t>Linux</a:t>
            </a:r>
            <a:r>
              <a:rPr lang="ja-JP" altLang="en-US">
                <a:solidFill>
                  <a:schemeClr val="tx1">
                    <a:lumMod val="65000"/>
                    <a:lumOff val="35000"/>
                  </a:schemeClr>
                </a:solidFill>
                <a:latin typeface="+mj-lt"/>
                <a:ea typeface="+mn-ea"/>
                <a:cs typeface="Arial" pitchFamily="34" charset="0"/>
              </a:rPr>
              <a:t>イメージ、</a:t>
            </a:r>
            <a:r>
              <a:rPr lang="en-US" altLang="ja-JP" dirty="0">
                <a:solidFill>
                  <a:schemeClr val="tx1">
                    <a:lumMod val="65000"/>
                    <a:lumOff val="35000"/>
                  </a:schemeClr>
                </a:solidFill>
                <a:latin typeface="+mj-lt"/>
                <a:ea typeface="+mn-ea"/>
                <a:cs typeface="Arial" pitchFamily="34" charset="0"/>
              </a:rPr>
              <a:t>Windows</a:t>
            </a:r>
            <a:r>
              <a:rPr lang="ja-JP" altLang="en-US">
                <a:solidFill>
                  <a:schemeClr val="tx1">
                    <a:lumMod val="65000"/>
                    <a:lumOff val="35000"/>
                  </a:schemeClr>
                </a:solidFill>
                <a:latin typeface="+mj-lt"/>
                <a:ea typeface="+mn-ea"/>
                <a:cs typeface="Arial" pitchFamily="34" charset="0"/>
              </a:rPr>
              <a:t>イメージを登録</a:t>
            </a:r>
            <a:endParaRPr lang="en-US" altLang="ja-JP" dirty="0">
              <a:solidFill>
                <a:schemeClr val="tx1">
                  <a:lumMod val="65000"/>
                  <a:lumOff val="35000"/>
                </a:schemeClr>
              </a:solidFill>
              <a:latin typeface="+mj-lt"/>
              <a:ea typeface="+mn-ea"/>
              <a:cs typeface="Arial" pitchFamily="34" charset="0"/>
            </a:endParaRPr>
          </a:p>
          <a:p>
            <a:pPr marL="285750" indent="-285750">
              <a:buFont typeface="Arial" panose="020B0604020202020204" pitchFamily="34" charset="0"/>
              <a:buChar char="•"/>
            </a:pPr>
            <a:r>
              <a:rPr lang="en-US" altLang="ja-JP" dirty="0">
                <a:solidFill>
                  <a:schemeClr val="tx1">
                    <a:lumMod val="65000"/>
                    <a:lumOff val="35000"/>
                  </a:schemeClr>
                </a:solidFill>
                <a:latin typeface="+mj-lt"/>
                <a:ea typeface="+mn-ea"/>
                <a:cs typeface="Arial" pitchFamily="34" charset="0"/>
              </a:rPr>
              <a:t>AD</a:t>
            </a:r>
            <a:r>
              <a:rPr lang="ja-JP" altLang="en-US">
                <a:solidFill>
                  <a:schemeClr val="tx1">
                    <a:lumMod val="65000"/>
                    <a:lumOff val="35000"/>
                  </a:schemeClr>
                </a:solidFill>
                <a:latin typeface="+mj-lt"/>
                <a:ea typeface="+mn-ea"/>
                <a:cs typeface="Arial" pitchFamily="34" charset="0"/>
              </a:rPr>
              <a:t>や踏み台サーバーを</a:t>
            </a:r>
            <a:r>
              <a:rPr lang="en-US" altLang="ja-JP" dirty="0">
                <a:solidFill>
                  <a:schemeClr val="tx1">
                    <a:lumMod val="65000"/>
                    <a:lumOff val="35000"/>
                  </a:schemeClr>
                </a:solidFill>
                <a:latin typeface="+mj-lt"/>
                <a:ea typeface="+mn-ea"/>
                <a:cs typeface="Arial" pitchFamily="34" charset="0"/>
              </a:rPr>
              <a:t>IP</a:t>
            </a:r>
            <a:r>
              <a:rPr lang="ja-JP" altLang="en-US">
                <a:solidFill>
                  <a:schemeClr val="tx1">
                    <a:lumMod val="65000"/>
                    <a:lumOff val="35000"/>
                  </a:schemeClr>
                </a:solidFill>
                <a:latin typeface="+mj-lt"/>
                <a:ea typeface="+mn-ea"/>
                <a:cs typeface="Arial" pitchFamily="34" charset="0"/>
              </a:rPr>
              <a:t>指定して展開。その他</a:t>
            </a:r>
            <a:endParaRPr lang="en-US" dirty="0">
              <a:solidFill>
                <a:schemeClr val="tx1">
                  <a:lumMod val="65000"/>
                  <a:lumOff val="35000"/>
                </a:schemeClr>
              </a:solidFill>
              <a:latin typeface="+mj-lt"/>
              <a:ea typeface="+mn-ea"/>
              <a:cs typeface="Arial" pitchFamily="34" charset="0"/>
            </a:endParaRPr>
          </a:p>
        </p:txBody>
      </p:sp>
      <p:sp>
        <p:nvSpPr>
          <p:cNvPr id="10" name="TextBox 9">
            <a:extLst>
              <a:ext uri="{FF2B5EF4-FFF2-40B4-BE49-F238E27FC236}">
                <a16:creationId xmlns:a16="http://schemas.microsoft.com/office/drawing/2014/main" id="{DDFCE629-D704-B747-811C-420DD72B7E44}"/>
              </a:ext>
            </a:extLst>
          </p:cNvPr>
          <p:cNvSpPr txBox="1"/>
          <p:nvPr/>
        </p:nvSpPr>
        <p:spPr>
          <a:xfrm>
            <a:off x="478564" y="2607950"/>
            <a:ext cx="1282723" cy="646331"/>
          </a:xfrm>
          <a:prstGeom prst="rect">
            <a:avLst/>
          </a:prstGeom>
          <a:noFill/>
        </p:spPr>
        <p:txBody>
          <a:bodyPr wrap="none" rtlCol="0">
            <a:spAutoFit/>
          </a:bodyPr>
          <a:lstStyle/>
          <a:p>
            <a:pPr algn="ctr"/>
            <a:r>
              <a:rPr lang="ja-JP" altLang="en-US">
                <a:solidFill>
                  <a:schemeClr val="tx1">
                    <a:lumMod val="65000"/>
                    <a:lumOff val="35000"/>
                  </a:schemeClr>
                </a:solidFill>
                <a:latin typeface="+mj-lt"/>
                <a:ea typeface="+mn-ea"/>
                <a:cs typeface="Arial" pitchFamily="34" charset="0"/>
              </a:rPr>
              <a:t>ラボ管理者</a:t>
            </a:r>
            <a:endParaRPr lang="en-US" altLang="ja-JP" dirty="0">
              <a:solidFill>
                <a:schemeClr val="tx1">
                  <a:lumMod val="65000"/>
                  <a:lumOff val="35000"/>
                </a:schemeClr>
              </a:solidFill>
              <a:latin typeface="+mj-lt"/>
              <a:ea typeface="+mn-ea"/>
              <a:cs typeface="Arial" pitchFamily="34" charset="0"/>
            </a:endParaRPr>
          </a:p>
          <a:p>
            <a:pPr algn="ctr"/>
            <a:r>
              <a:rPr lang="en-US" dirty="0">
                <a:solidFill>
                  <a:schemeClr val="tx1">
                    <a:lumMod val="65000"/>
                    <a:lumOff val="35000"/>
                  </a:schemeClr>
                </a:solidFill>
                <a:latin typeface="+mj-lt"/>
                <a:ea typeface="+mn-ea"/>
                <a:cs typeface="Arial" pitchFamily="34" charset="0"/>
              </a:rPr>
              <a:t>(Inside SE)</a:t>
            </a:r>
          </a:p>
        </p:txBody>
      </p:sp>
      <p:sp>
        <p:nvSpPr>
          <p:cNvPr id="11" name="Rectangle 10">
            <a:extLst>
              <a:ext uri="{FF2B5EF4-FFF2-40B4-BE49-F238E27FC236}">
                <a16:creationId xmlns:a16="http://schemas.microsoft.com/office/drawing/2014/main" id="{10B3B3CD-508E-9841-AE4C-7B36FA453E60}"/>
              </a:ext>
            </a:extLst>
          </p:cNvPr>
          <p:cNvSpPr/>
          <p:nvPr/>
        </p:nvSpPr>
        <p:spPr bwMode="gray">
          <a:xfrm>
            <a:off x="1656575" y="3412216"/>
            <a:ext cx="1096269" cy="274320"/>
          </a:xfrm>
          <a:prstGeom prst="rect">
            <a:avLst/>
          </a:prstGeom>
          <a:solidFill>
            <a:schemeClr val="accent2"/>
          </a:solidFill>
          <a:ln>
            <a:noFill/>
          </a:ln>
          <a:scene3d>
            <a:camera prst="orthographicFront"/>
            <a:lightRig rig="threePt" dir="t"/>
          </a:scene3d>
          <a:sp3d prstMaterial="plastic">
            <a:bevelT w="19050" h="6350"/>
          </a:sp3d>
        </p:spPr>
        <p:style>
          <a:lnRef idx="1">
            <a:schemeClr val="accent1"/>
          </a:lnRef>
          <a:fillRef idx="3">
            <a:schemeClr val="accent1"/>
          </a:fillRef>
          <a:effectRef idx="2">
            <a:schemeClr val="accent1"/>
          </a:effectRef>
          <a:fontRef idx="minor">
            <a:schemeClr val="lt1"/>
          </a:fontRef>
        </p:style>
        <p:txBody>
          <a:bodyPr rtlCol="0" anchor="ctr"/>
          <a:lstStyle/>
          <a:p>
            <a:pPr algn="ctr"/>
            <a:r>
              <a:rPr lang="ja-JP" altLang="en-US" sz="1600">
                <a:solidFill>
                  <a:schemeClr val="tx2"/>
                </a:solidFill>
                <a:latin typeface="+mj-lt"/>
                <a:cs typeface="Arial" pitchFamily="34" charset="0"/>
              </a:rPr>
              <a:t>スクリプト</a:t>
            </a:r>
            <a:endParaRPr lang="en-US" sz="1600" dirty="0">
              <a:solidFill>
                <a:schemeClr val="tx2"/>
              </a:solidFill>
              <a:latin typeface="+mj-lt"/>
              <a:cs typeface="Arial" pitchFamily="34" charset="0"/>
            </a:endParaRPr>
          </a:p>
        </p:txBody>
      </p:sp>
      <p:sp>
        <p:nvSpPr>
          <p:cNvPr id="21" name="Rectangle 20">
            <a:extLst>
              <a:ext uri="{FF2B5EF4-FFF2-40B4-BE49-F238E27FC236}">
                <a16:creationId xmlns:a16="http://schemas.microsoft.com/office/drawing/2014/main" id="{D89DC1AA-2985-DC44-AB44-90C1A8B3581C}"/>
              </a:ext>
            </a:extLst>
          </p:cNvPr>
          <p:cNvSpPr/>
          <p:nvPr/>
        </p:nvSpPr>
        <p:spPr bwMode="gray">
          <a:xfrm>
            <a:off x="3599411" y="3404184"/>
            <a:ext cx="1859645" cy="274320"/>
          </a:xfrm>
          <a:prstGeom prst="rect">
            <a:avLst/>
          </a:prstGeom>
          <a:solidFill>
            <a:schemeClr val="accent2"/>
          </a:solidFill>
          <a:ln>
            <a:noFill/>
          </a:ln>
          <a:scene3d>
            <a:camera prst="orthographicFront"/>
            <a:lightRig rig="threePt" dir="t"/>
          </a:scene3d>
          <a:sp3d prstMaterial="plastic">
            <a:bevelT w="19050" h="6350"/>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tx2"/>
                </a:solidFill>
                <a:latin typeface="+mj-lt"/>
                <a:cs typeface="Arial" pitchFamily="34" charset="0"/>
              </a:rPr>
              <a:t>REST API </a:t>
            </a:r>
            <a:r>
              <a:rPr lang="ja-JP" altLang="en-US" sz="1600">
                <a:solidFill>
                  <a:schemeClr val="tx2"/>
                </a:solidFill>
                <a:latin typeface="+mj-lt"/>
                <a:cs typeface="Arial" pitchFamily="34" charset="0"/>
              </a:rPr>
              <a:t>ライブラリ</a:t>
            </a:r>
            <a:endParaRPr lang="en-US" sz="1600" dirty="0">
              <a:solidFill>
                <a:schemeClr val="tx2"/>
              </a:solidFill>
              <a:latin typeface="+mj-lt"/>
              <a:cs typeface="Arial" pitchFamily="34" charset="0"/>
            </a:endParaRPr>
          </a:p>
        </p:txBody>
      </p:sp>
    </p:spTree>
    <p:extLst>
      <p:ext uri="{BB962C8B-B14F-4D97-AF65-F5344CB8AC3E}">
        <p14:creationId xmlns:p14="http://schemas.microsoft.com/office/powerpoint/2010/main" val="38420920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00000"/>
              </a:lnSpc>
            </a:pPr>
            <a:r>
              <a:rPr lang="ja-JP" altLang="en-US" sz="2400"/>
              <a:t>典型的な</a:t>
            </a:r>
            <a:r>
              <a:rPr lang="en-US" altLang="ja-JP" sz="2400" dirty="0"/>
              <a:t>REST API</a:t>
            </a:r>
            <a:r>
              <a:rPr lang="ja-JP" altLang="en-US" sz="2400"/>
              <a:t>を使うアプリケーションの構造</a:t>
            </a:r>
            <a:endParaRPr lang="en-US" sz="2400" dirty="0"/>
          </a:p>
        </p:txBody>
      </p:sp>
      <p:sp>
        <p:nvSpPr>
          <p:cNvPr id="7" name="Content Placeholder 6">
            <a:extLst>
              <a:ext uri="{FF2B5EF4-FFF2-40B4-BE49-F238E27FC236}">
                <a16:creationId xmlns:a16="http://schemas.microsoft.com/office/drawing/2014/main" id="{A267C904-C919-5042-BD5D-4AEC516BB90E}"/>
              </a:ext>
            </a:extLst>
          </p:cNvPr>
          <p:cNvSpPr>
            <a:spLocks noGrp="1"/>
          </p:cNvSpPr>
          <p:nvPr>
            <p:ph idx="1"/>
          </p:nvPr>
        </p:nvSpPr>
        <p:spPr/>
        <p:txBody>
          <a:bodyPr/>
          <a:lstStyle/>
          <a:p>
            <a:pPr marL="342900" indent="-342900">
              <a:buFont typeface="Arial" panose="020B0604020202020204" pitchFamily="34" charset="0"/>
              <a:buChar char="•"/>
            </a:pPr>
            <a:r>
              <a:rPr lang="en-US" sz="1800" dirty="0"/>
              <a:t>REST API</a:t>
            </a:r>
            <a:r>
              <a:rPr lang="ja-JP" altLang="en-US" sz="1800"/>
              <a:t>を使うライブラリの開発</a:t>
            </a:r>
            <a:r>
              <a:rPr lang="en-US" altLang="ja-JP" sz="1800" dirty="0"/>
              <a:t>(</a:t>
            </a:r>
            <a:r>
              <a:rPr lang="ja-JP" altLang="en-US" sz="1800"/>
              <a:t>別のプログラムで再利用可能</a:t>
            </a:r>
            <a:r>
              <a:rPr lang="en-US" altLang="ja-JP" sz="1800" dirty="0"/>
              <a:t>)</a:t>
            </a:r>
          </a:p>
          <a:p>
            <a:pPr marL="342900" indent="-342900">
              <a:buFont typeface="Arial" panose="020B0604020202020204" pitchFamily="34" charset="0"/>
              <a:buChar char="•"/>
            </a:pPr>
            <a:r>
              <a:rPr lang="ja-JP" altLang="en-US" sz="1800"/>
              <a:t>そのライブラリを使って実現したいことを実現するプログラムを作成</a:t>
            </a:r>
            <a:r>
              <a:rPr lang="en-US" altLang="ja-JP" sz="1800" dirty="0"/>
              <a:t>(</a:t>
            </a:r>
            <a:r>
              <a:rPr lang="ja-JP" altLang="en-US" sz="1800"/>
              <a:t>スクリプトの開発は比較的簡単</a:t>
            </a:r>
            <a:r>
              <a:rPr lang="en-US" altLang="ja-JP" sz="1800" dirty="0"/>
              <a:t>)</a:t>
            </a:r>
            <a:endParaRPr lang="en-US" sz="1800" dirty="0"/>
          </a:p>
        </p:txBody>
      </p:sp>
      <p:pic>
        <p:nvPicPr>
          <p:cNvPr id="5" name="Picture 4">
            <a:extLst>
              <a:ext uri="{FF2B5EF4-FFF2-40B4-BE49-F238E27FC236}">
                <a16:creationId xmlns:a16="http://schemas.microsoft.com/office/drawing/2014/main" id="{53CFC2AA-7F52-A341-9461-CDAA1ABE6B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4279" y="2474711"/>
            <a:ext cx="2612161" cy="1598488"/>
          </a:xfrm>
          <a:prstGeom prst="rect">
            <a:avLst/>
          </a:prstGeom>
        </p:spPr>
      </p:pic>
      <p:sp>
        <p:nvSpPr>
          <p:cNvPr id="11" name="Rectangle 10">
            <a:extLst>
              <a:ext uri="{FF2B5EF4-FFF2-40B4-BE49-F238E27FC236}">
                <a16:creationId xmlns:a16="http://schemas.microsoft.com/office/drawing/2014/main" id="{3D8FC865-ED37-8947-8A77-16CCF7A62846}"/>
              </a:ext>
            </a:extLst>
          </p:cNvPr>
          <p:cNvSpPr/>
          <p:nvPr/>
        </p:nvSpPr>
        <p:spPr bwMode="gray">
          <a:xfrm rot="5400000">
            <a:off x="3806975" y="3378287"/>
            <a:ext cx="2649196" cy="414114"/>
          </a:xfrm>
          <a:prstGeom prst="rect">
            <a:avLst/>
          </a:prstGeom>
          <a:solidFill>
            <a:srgbClr val="FFC000"/>
          </a:solidFill>
          <a:ln>
            <a:noFill/>
          </a:ln>
          <a:scene3d>
            <a:camera prst="orthographicFront"/>
            <a:lightRig rig="threePt" dir="t"/>
          </a:scene3d>
          <a:sp3d prstMaterial="plastic">
            <a:bevelT w="19050" h="6350"/>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tx2"/>
                </a:solidFill>
                <a:latin typeface="+mj-lt"/>
                <a:cs typeface="Arial" pitchFamily="34" charset="0"/>
              </a:rPr>
              <a:t>REST API </a:t>
            </a:r>
            <a:r>
              <a:rPr lang="ja-JP" altLang="en-US" sz="1600">
                <a:solidFill>
                  <a:schemeClr val="tx2"/>
                </a:solidFill>
                <a:latin typeface="+mj-lt"/>
                <a:cs typeface="Arial" pitchFamily="34" charset="0"/>
              </a:rPr>
              <a:t>のライブラリ</a:t>
            </a:r>
            <a:endParaRPr lang="en-US" sz="1600" dirty="0">
              <a:solidFill>
                <a:schemeClr val="tx2"/>
              </a:solidFill>
              <a:latin typeface="+mj-lt"/>
              <a:cs typeface="Arial" pitchFamily="34" charset="0"/>
            </a:endParaRPr>
          </a:p>
        </p:txBody>
      </p:sp>
      <p:pic>
        <p:nvPicPr>
          <p:cNvPr id="21" name="Picture 20">
            <a:extLst>
              <a:ext uri="{FF2B5EF4-FFF2-40B4-BE49-F238E27FC236}">
                <a16:creationId xmlns:a16="http://schemas.microsoft.com/office/drawing/2014/main" id="{E54E1041-0D9D-4546-8DFF-06DB0AA9A0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84086" y="3013139"/>
            <a:ext cx="2139652" cy="590249"/>
          </a:xfrm>
          <a:prstGeom prst="rect">
            <a:avLst/>
          </a:prstGeom>
        </p:spPr>
      </p:pic>
      <p:sp>
        <p:nvSpPr>
          <p:cNvPr id="15" name="Right Arrow 14">
            <a:extLst>
              <a:ext uri="{FF2B5EF4-FFF2-40B4-BE49-F238E27FC236}">
                <a16:creationId xmlns:a16="http://schemas.microsoft.com/office/drawing/2014/main" id="{ABF0D35A-49BE-3345-9E24-24DA845491CB}"/>
              </a:ext>
            </a:extLst>
          </p:cNvPr>
          <p:cNvSpPr/>
          <p:nvPr/>
        </p:nvSpPr>
        <p:spPr bwMode="gray">
          <a:xfrm>
            <a:off x="3621945" y="2993517"/>
            <a:ext cx="842044" cy="292881"/>
          </a:xfrm>
          <a:prstGeom prst="rightArrow">
            <a:avLst/>
          </a:prstGeom>
          <a:gradFill>
            <a:gsLst>
              <a:gs pos="0">
                <a:schemeClr val="accent1"/>
              </a:gs>
              <a:gs pos="100000">
                <a:schemeClr val="accent1">
                  <a:lumMod val="86000"/>
                </a:schemeClr>
              </a:gs>
            </a:gsLst>
            <a:lin ang="5400000" scaled="0"/>
          </a:gradFill>
          <a:ln>
            <a:noFill/>
          </a:ln>
          <a:scene3d>
            <a:camera prst="orthographicFront"/>
            <a:lightRig rig="threePt" dir="t"/>
          </a:scene3d>
          <a:sp3d prstMaterial="plastic">
            <a:bevelT w="19050" h="6350"/>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solidFill>
                <a:srgbClr val="C7C9CC"/>
              </a:solidFill>
              <a:latin typeface="+mj-lt"/>
              <a:cs typeface="Arial" pitchFamily="34" charset="0"/>
            </a:endParaRPr>
          </a:p>
        </p:txBody>
      </p:sp>
      <p:sp>
        <p:nvSpPr>
          <p:cNvPr id="23" name="Right Arrow 22">
            <a:extLst>
              <a:ext uri="{FF2B5EF4-FFF2-40B4-BE49-F238E27FC236}">
                <a16:creationId xmlns:a16="http://schemas.microsoft.com/office/drawing/2014/main" id="{F50E728E-54CB-8E4E-B656-DA337434313B}"/>
              </a:ext>
            </a:extLst>
          </p:cNvPr>
          <p:cNvSpPr/>
          <p:nvPr/>
        </p:nvSpPr>
        <p:spPr bwMode="gray">
          <a:xfrm>
            <a:off x="5651962" y="2981074"/>
            <a:ext cx="842044" cy="292881"/>
          </a:xfrm>
          <a:prstGeom prst="rightArrow">
            <a:avLst/>
          </a:prstGeom>
          <a:gradFill>
            <a:gsLst>
              <a:gs pos="0">
                <a:schemeClr val="accent1"/>
              </a:gs>
              <a:gs pos="100000">
                <a:schemeClr val="accent1">
                  <a:lumMod val="86000"/>
                </a:schemeClr>
              </a:gs>
            </a:gsLst>
            <a:lin ang="5400000" scaled="0"/>
          </a:gradFill>
          <a:ln>
            <a:noFill/>
          </a:ln>
          <a:scene3d>
            <a:camera prst="orthographicFront"/>
            <a:lightRig rig="threePt" dir="t"/>
          </a:scene3d>
          <a:sp3d prstMaterial="plastic">
            <a:bevelT w="19050" h="6350"/>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solidFill>
                <a:srgbClr val="C7C9CC"/>
              </a:solidFill>
              <a:latin typeface="+mj-lt"/>
              <a:cs typeface="Arial" pitchFamily="34" charset="0"/>
            </a:endParaRPr>
          </a:p>
        </p:txBody>
      </p:sp>
      <p:sp>
        <p:nvSpPr>
          <p:cNvPr id="24" name="Right Arrow 23">
            <a:extLst>
              <a:ext uri="{FF2B5EF4-FFF2-40B4-BE49-F238E27FC236}">
                <a16:creationId xmlns:a16="http://schemas.microsoft.com/office/drawing/2014/main" id="{2A26DA58-047D-F843-971B-7F1DC03D1B39}"/>
              </a:ext>
            </a:extLst>
          </p:cNvPr>
          <p:cNvSpPr/>
          <p:nvPr/>
        </p:nvSpPr>
        <p:spPr bwMode="gray">
          <a:xfrm rot="10800000">
            <a:off x="5651962" y="3377212"/>
            <a:ext cx="842044" cy="292881"/>
          </a:xfrm>
          <a:prstGeom prst="rightArrow">
            <a:avLst/>
          </a:prstGeom>
          <a:gradFill>
            <a:gsLst>
              <a:gs pos="0">
                <a:schemeClr val="accent1"/>
              </a:gs>
              <a:gs pos="100000">
                <a:schemeClr val="accent1">
                  <a:lumMod val="86000"/>
                </a:schemeClr>
              </a:gs>
            </a:gsLst>
            <a:lin ang="5400000" scaled="0"/>
          </a:gradFill>
          <a:ln>
            <a:noFill/>
          </a:ln>
          <a:scene3d>
            <a:camera prst="orthographicFront"/>
            <a:lightRig rig="threePt" dir="t"/>
          </a:scene3d>
          <a:sp3d prstMaterial="plastic">
            <a:bevelT w="19050" h="6350"/>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solidFill>
                <a:srgbClr val="C7C9CC"/>
              </a:solidFill>
              <a:latin typeface="+mj-lt"/>
              <a:cs typeface="Arial" pitchFamily="34" charset="0"/>
            </a:endParaRPr>
          </a:p>
        </p:txBody>
      </p:sp>
      <p:sp>
        <p:nvSpPr>
          <p:cNvPr id="25" name="Right Arrow 24">
            <a:extLst>
              <a:ext uri="{FF2B5EF4-FFF2-40B4-BE49-F238E27FC236}">
                <a16:creationId xmlns:a16="http://schemas.microsoft.com/office/drawing/2014/main" id="{A6F1C444-6D78-B142-8D55-5C9B8D6FDC7F}"/>
              </a:ext>
            </a:extLst>
          </p:cNvPr>
          <p:cNvSpPr/>
          <p:nvPr/>
        </p:nvSpPr>
        <p:spPr bwMode="gray">
          <a:xfrm rot="10800000">
            <a:off x="3594145" y="3369279"/>
            <a:ext cx="842044" cy="292881"/>
          </a:xfrm>
          <a:prstGeom prst="rightArrow">
            <a:avLst/>
          </a:prstGeom>
          <a:gradFill>
            <a:gsLst>
              <a:gs pos="0">
                <a:schemeClr val="accent1"/>
              </a:gs>
              <a:gs pos="100000">
                <a:schemeClr val="accent1">
                  <a:lumMod val="86000"/>
                </a:schemeClr>
              </a:gs>
            </a:gsLst>
            <a:lin ang="5400000" scaled="0"/>
          </a:gradFill>
          <a:ln>
            <a:noFill/>
          </a:ln>
          <a:scene3d>
            <a:camera prst="orthographicFront"/>
            <a:lightRig rig="threePt" dir="t"/>
          </a:scene3d>
          <a:sp3d prstMaterial="plastic">
            <a:bevelT w="19050" h="6350"/>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a:solidFill>
                <a:srgbClr val="C7C9CC"/>
              </a:solidFill>
              <a:latin typeface="+mj-lt"/>
              <a:cs typeface="Arial" pitchFamily="34" charset="0"/>
            </a:endParaRPr>
          </a:p>
        </p:txBody>
      </p:sp>
      <p:sp>
        <p:nvSpPr>
          <p:cNvPr id="16" name="TextBox 15">
            <a:extLst>
              <a:ext uri="{FF2B5EF4-FFF2-40B4-BE49-F238E27FC236}">
                <a16:creationId xmlns:a16="http://schemas.microsoft.com/office/drawing/2014/main" id="{D7286D5C-F32A-0149-B055-D3B554CD5345}"/>
              </a:ext>
            </a:extLst>
          </p:cNvPr>
          <p:cNvSpPr txBox="1"/>
          <p:nvPr/>
        </p:nvSpPr>
        <p:spPr>
          <a:xfrm>
            <a:off x="3252716" y="2580922"/>
            <a:ext cx="1505540" cy="369332"/>
          </a:xfrm>
          <a:prstGeom prst="rect">
            <a:avLst/>
          </a:prstGeom>
          <a:noFill/>
        </p:spPr>
        <p:txBody>
          <a:bodyPr wrap="none" rtlCol="0">
            <a:spAutoFit/>
          </a:bodyPr>
          <a:lstStyle/>
          <a:p>
            <a:r>
              <a:rPr lang="ja-JP" altLang="en-US">
                <a:solidFill>
                  <a:schemeClr val="tx1">
                    <a:lumMod val="65000"/>
                    <a:lumOff val="35000"/>
                  </a:schemeClr>
                </a:solidFill>
                <a:latin typeface="+mj-lt"/>
                <a:ea typeface="+mn-ea"/>
                <a:cs typeface="Arial" pitchFamily="34" charset="0"/>
              </a:rPr>
              <a:t>関数呼び出し</a:t>
            </a:r>
            <a:endParaRPr lang="en-US" dirty="0" err="1">
              <a:solidFill>
                <a:schemeClr val="tx1">
                  <a:lumMod val="65000"/>
                  <a:lumOff val="35000"/>
                </a:schemeClr>
              </a:solidFill>
              <a:latin typeface="+mj-lt"/>
              <a:ea typeface="+mn-ea"/>
              <a:cs typeface="Arial" pitchFamily="34" charset="0"/>
            </a:endParaRPr>
          </a:p>
        </p:txBody>
      </p:sp>
      <p:sp>
        <p:nvSpPr>
          <p:cNvPr id="26" name="TextBox 25">
            <a:extLst>
              <a:ext uri="{FF2B5EF4-FFF2-40B4-BE49-F238E27FC236}">
                <a16:creationId xmlns:a16="http://schemas.microsoft.com/office/drawing/2014/main" id="{00106E15-66B5-9943-9FD7-10A885A22C59}"/>
              </a:ext>
            </a:extLst>
          </p:cNvPr>
          <p:cNvSpPr txBox="1"/>
          <p:nvPr/>
        </p:nvSpPr>
        <p:spPr>
          <a:xfrm>
            <a:off x="5481001" y="2568480"/>
            <a:ext cx="1810880" cy="369332"/>
          </a:xfrm>
          <a:prstGeom prst="rect">
            <a:avLst/>
          </a:prstGeom>
          <a:noFill/>
        </p:spPr>
        <p:txBody>
          <a:bodyPr wrap="none" rtlCol="0">
            <a:spAutoFit/>
          </a:bodyPr>
          <a:lstStyle/>
          <a:p>
            <a:r>
              <a:rPr lang="en-US" altLang="ja-JP" dirty="0">
                <a:solidFill>
                  <a:schemeClr val="tx1">
                    <a:lumMod val="65000"/>
                    <a:lumOff val="35000"/>
                  </a:schemeClr>
                </a:solidFill>
                <a:latin typeface="+mj-lt"/>
                <a:ea typeface="+mn-ea"/>
                <a:cs typeface="Arial" pitchFamily="34" charset="0"/>
              </a:rPr>
              <a:t>REST API Request</a:t>
            </a:r>
            <a:endParaRPr lang="en-US" dirty="0">
              <a:solidFill>
                <a:schemeClr val="tx1">
                  <a:lumMod val="65000"/>
                  <a:lumOff val="35000"/>
                </a:schemeClr>
              </a:solidFill>
              <a:latin typeface="+mj-lt"/>
              <a:ea typeface="+mn-ea"/>
              <a:cs typeface="Arial" pitchFamily="34" charset="0"/>
            </a:endParaRPr>
          </a:p>
        </p:txBody>
      </p:sp>
      <p:sp>
        <p:nvSpPr>
          <p:cNvPr id="27" name="TextBox 26">
            <a:extLst>
              <a:ext uri="{FF2B5EF4-FFF2-40B4-BE49-F238E27FC236}">
                <a16:creationId xmlns:a16="http://schemas.microsoft.com/office/drawing/2014/main" id="{6381E075-5F25-514F-82E4-CD56D1447BD2}"/>
              </a:ext>
            </a:extLst>
          </p:cNvPr>
          <p:cNvSpPr txBox="1"/>
          <p:nvPr/>
        </p:nvSpPr>
        <p:spPr>
          <a:xfrm>
            <a:off x="5588566" y="3721129"/>
            <a:ext cx="1948097" cy="369332"/>
          </a:xfrm>
          <a:prstGeom prst="rect">
            <a:avLst/>
          </a:prstGeom>
          <a:noFill/>
        </p:spPr>
        <p:txBody>
          <a:bodyPr wrap="none" rtlCol="0">
            <a:spAutoFit/>
          </a:bodyPr>
          <a:lstStyle/>
          <a:p>
            <a:r>
              <a:rPr lang="en-US" altLang="ja-JP" dirty="0">
                <a:solidFill>
                  <a:schemeClr val="tx1">
                    <a:lumMod val="65000"/>
                    <a:lumOff val="35000"/>
                  </a:schemeClr>
                </a:solidFill>
                <a:latin typeface="+mj-lt"/>
                <a:ea typeface="+mn-ea"/>
                <a:cs typeface="Arial" pitchFamily="34" charset="0"/>
              </a:rPr>
              <a:t>REST API Response</a:t>
            </a:r>
            <a:endParaRPr lang="en-US" dirty="0">
              <a:solidFill>
                <a:schemeClr val="tx1">
                  <a:lumMod val="65000"/>
                  <a:lumOff val="35000"/>
                </a:schemeClr>
              </a:solidFill>
              <a:latin typeface="+mj-lt"/>
              <a:ea typeface="+mn-ea"/>
              <a:cs typeface="Arial" pitchFamily="34" charset="0"/>
            </a:endParaRPr>
          </a:p>
        </p:txBody>
      </p:sp>
      <p:sp>
        <p:nvSpPr>
          <p:cNvPr id="28" name="TextBox 27">
            <a:extLst>
              <a:ext uri="{FF2B5EF4-FFF2-40B4-BE49-F238E27FC236}">
                <a16:creationId xmlns:a16="http://schemas.microsoft.com/office/drawing/2014/main" id="{3B7CF1B9-61FD-EA40-951C-4667ABFFA416}"/>
              </a:ext>
            </a:extLst>
          </p:cNvPr>
          <p:cNvSpPr txBox="1"/>
          <p:nvPr/>
        </p:nvSpPr>
        <p:spPr>
          <a:xfrm>
            <a:off x="3260288" y="3686995"/>
            <a:ext cx="1510350" cy="369332"/>
          </a:xfrm>
          <a:prstGeom prst="rect">
            <a:avLst/>
          </a:prstGeom>
          <a:noFill/>
        </p:spPr>
        <p:txBody>
          <a:bodyPr wrap="none" rtlCol="0">
            <a:spAutoFit/>
          </a:bodyPr>
          <a:lstStyle/>
          <a:p>
            <a:r>
              <a:rPr lang="ja-JP" altLang="en-US">
                <a:solidFill>
                  <a:schemeClr val="tx1">
                    <a:lumMod val="65000"/>
                    <a:lumOff val="35000"/>
                  </a:schemeClr>
                </a:solidFill>
                <a:latin typeface="+mj-lt"/>
                <a:ea typeface="+mn-ea"/>
                <a:cs typeface="Arial" pitchFamily="34" charset="0"/>
              </a:rPr>
              <a:t>関数の返り値</a:t>
            </a:r>
            <a:endParaRPr lang="en-US" dirty="0" err="1">
              <a:solidFill>
                <a:schemeClr val="tx1">
                  <a:lumMod val="65000"/>
                  <a:lumOff val="35000"/>
                </a:schemeClr>
              </a:solidFill>
              <a:latin typeface="+mj-lt"/>
              <a:ea typeface="+mn-ea"/>
              <a:cs typeface="Arial" pitchFamily="34" charset="0"/>
            </a:endParaRPr>
          </a:p>
        </p:txBody>
      </p:sp>
      <p:sp>
        <p:nvSpPr>
          <p:cNvPr id="29" name="TextBox 28">
            <a:extLst>
              <a:ext uri="{FF2B5EF4-FFF2-40B4-BE49-F238E27FC236}">
                <a16:creationId xmlns:a16="http://schemas.microsoft.com/office/drawing/2014/main" id="{D829CAD6-E10B-9C48-8026-E92CAD012A23}"/>
              </a:ext>
            </a:extLst>
          </p:cNvPr>
          <p:cNvSpPr txBox="1"/>
          <p:nvPr/>
        </p:nvSpPr>
        <p:spPr>
          <a:xfrm>
            <a:off x="241155" y="4214552"/>
            <a:ext cx="2959465" cy="369332"/>
          </a:xfrm>
          <a:prstGeom prst="rect">
            <a:avLst/>
          </a:prstGeom>
          <a:noFill/>
        </p:spPr>
        <p:txBody>
          <a:bodyPr wrap="none" rtlCol="0">
            <a:spAutoFit/>
          </a:bodyPr>
          <a:lstStyle/>
          <a:p>
            <a:r>
              <a:rPr lang="ja-JP" altLang="en-US">
                <a:solidFill>
                  <a:schemeClr val="tx1">
                    <a:lumMod val="65000"/>
                    <a:lumOff val="35000"/>
                  </a:schemeClr>
                </a:solidFill>
                <a:latin typeface="+mj-lt"/>
                <a:ea typeface="+mn-ea"/>
                <a:cs typeface="Arial" pitchFamily="34" charset="0"/>
              </a:rPr>
              <a:t>スクリプトやアプリケーション</a:t>
            </a:r>
            <a:endParaRPr lang="en-US" dirty="0" err="1">
              <a:solidFill>
                <a:schemeClr val="tx1">
                  <a:lumMod val="65000"/>
                  <a:lumOff val="35000"/>
                </a:schemeClr>
              </a:solidFill>
              <a:latin typeface="+mj-lt"/>
              <a:ea typeface="+mn-ea"/>
              <a:cs typeface="Arial" pitchFamily="34" charset="0"/>
            </a:endParaRPr>
          </a:p>
        </p:txBody>
      </p:sp>
    </p:spTree>
    <p:extLst>
      <p:ext uri="{BB962C8B-B14F-4D97-AF65-F5344CB8AC3E}">
        <p14:creationId xmlns:p14="http://schemas.microsoft.com/office/powerpoint/2010/main" val="16065865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00000"/>
              </a:lnSpc>
            </a:pPr>
            <a:r>
              <a:rPr lang="ja-JP" altLang="en-US" sz="2400"/>
              <a:t>サンプルアプリの構造</a:t>
            </a:r>
            <a:endParaRPr lang="en-US" sz="2400" dirty="0"/>
          </a:p>
        </p:txBody>
      </p:sp>
      <p:sp>
        <p:nvSpPr>
          <p:cNvPr id="17" name="Rectangle 16">
            <a:extLst>
              <a:ext uri="{FF2B5EF4-FFF2-40B4-BE49-F238E27FC236}">
                <a16:creationId xmlns:a16="http://schemas.microsoft.com/office/drawing/2014/main" id="{1B3659BC-13A0-744C-8C9E-7FB353D49DC6}"/>
              </a:ext>
            </a:extLst>
          </p:cNvPr>
          <p:cNvSpPr/>
          <p:nvPr/>
        </p:nvSpPr>
        <p:spPr bwMode="gray">
          <a:xfrm>
            <a:off x="357439" y="4124865"/>
            <a:ext cx="5992711" cy="597290"/>
          </a:xfrm>
          <a:prstGeom prst="rect">
            <a:avLst/>
          </a:prstGeom>
          <a:solidFill>
            <a:schemeClr val="accent2"/>
          </a:solidFill>
          <a:ln>
            <a:noFill/>
          </a:ln>
          <a:scene3d>
            <a:camera prst="orthographicFront"/>
            <a:lightRig rig="threePt" dir="t"/>
          </a:scene3d>
          <a:sp3d prstMaterial="plastic">
            <a:bevelT w="19050" h="6350"/>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dirty="0">
              <a:solidFill>
                <a:schemeClr val="tx2"/>
              </a:solidFill>
              <a:latin typeface="+mj-lt"/>
              <a:cs typeface="Arial" pitchFamily="34" charset="0"/>
            </a:endParaRPr>
          </a:p>
        </p:txBody>
      </p:sp>
      <p:sp>
        <p:nvSpPr>
          <p:cNvPr id="18" name="Rectangle 17">
            <a:extLst>
              <a:ext uri="{FF2B5EF4-FFF2-40B4-BE49-F238E27FC236}">
                <a16:creationId xmlns:a16="http://schemas.microsoft.com/office/drawing/2014/main" id="{9AA54C14-DF3C-7448-AC18-20E8B4322447}"/>
              </a:ext>
            </a:extLst>
          </p:cNvPr>
          <p:cNvSpPr/>
          <p:nvPr/>
        </p:nvSpPr>
        <p:spPr bwMode="gray">
          <a:xfrm>
            <a:off x="357440" y="1774227"/>
            <a:ext cx="6650173" cy="597289"/>
          </a:xfrm>
          <a:prstGeom prst="rect">
            <a:avLst/>
          </a:prstGeom>
          <a:solidFill>
            <a:srgbClr val="FF0000"/>
          </a:solidFill>
          <a:ln>
            <a:noFill/>
          </a:ln>
          <a:scene3d>
            <a:camera prst="orthographicFront"/>
            <a:lightRig rig="threePt" dir="t"/>
          </a:scene3d>
          <a:sp3d prstMaterial="plastic">
            <a:bevelT w="19050" h="6350"/>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dirty="0">
              <a:solidFill>
                <a:schemeClr val="tx2"/>
              </a:solidFill>
              <a:latin typeface="+mj-lt"/>
              <a:cs typeface="Arial" pitchFamily="34" charset="0"/>
            </a:endParaRPr>
          </a:p>
          <a:p>
            <a:pPr algn="ctr"/>
            <a:endParaRPr lang="en-US" sz="1600" dirty="0">
              <a:solidFill>
                <a:schemeClr val="tx2"/>
              </a:solidFill>
              <a:latin typeface="+mj-lt"/>
              <a:cs typeface="Arial" pitchFamily="34" charset="0"/>
            </a:endParaRPr>
          </a:p>
        </p:txBody>
      </p:sp>
      <p:sp>
        <p:nvSpPr>
          <p:cNvPr id="19" name="Rectangle 18">
            <a:extLst>
              <a:ext uri="{FF2B5EF4-FFF2-40B4-BE49-F238E27FC236}">
                <a16:creationId xmlns:a16="http://schemas.microsoft.com/office/drawing/2014/main" id="{01B496F9-8571-D14E-AC66-DCF288226505}"/>
              </a:ext>
            </a:extLst>
          </p:cNvPr>
          <p:cNvSpPr/>
          <p:nvPr/>
        </p:nvSpPr>
        <p:spPr bwMode="gray">
          <a:xfrm>
            <a:off x="357451" y="987500"/>
            <a:ext cx="6650173" cy="414114"/>
          </a:xfrm>
          <a:prstGeom prst="rect">
            <a:avLst/>
          </a:prstGeom>
          <a:solidFill>
            <a:schemeClr val="accent6">
              <a:lumMod val="40000"/>
              <a:lumOff val="60000"/>
            </a:schemeClr>
          </a:solidFill>
          <a:ln>
            <a:noFill/>
          </a:ln>
          <a:scene3d>
            <a:camera prst="orthographicFront"/>
            <a:lightRig rig="threePt" dir="t"/>
          </a:scene3d>
          <a:sp3d prstMaterial="plastic">
            <a:bevelT w="19050" h="6350"/>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dirty="0">
              <a:solidFill>
                <a:schemeClr val="tx2"/>
              </a:solidFill>
              <a:latin typeface="+mj-lt"/>
              <a:cs typeface="Arial" pitchFamily="34" charset="0"/>
            </a:endParaRPr>
          </a:p>
        </p:txBody>
      </p:sp>
      <p:sp>
        <p:nvSpPr>
          <p:cNvPr id="20" name="Rectangle 19">
            <a:extLst>
              <a:ext uri="{FF2B5EF4-FFF2-40B4-BE49-F238E27FC236}">
                <a16:creationId xmlns:a16="http://schemas.microsoft.com/office/drawing/2014/main" id="{92B74F46-BE29-9B4F-A227-D412F1D938E3}"/>
              </a:ext>
            </a:extLst>
          </p:cNvPr>
          <p:cNvSpPr/>
          <p:nvPr/>
        </p:nvSpPr>
        <p:spPr bwMode="gray">
          <a:xfrm rot="16200000">
            <a:off x="187649" y="2766799"/>
            <a:ext cx="1496293" cy="414114"/>
          </a:xfrm>
          <a:prstGeom prst="rect">
            <a:avLst/>
          </a:prstGeom>
          <a:solidFill>
            <a:schemeClr val="bg2"/>
          </a:solidFill>
          <a:ln>
            <a:noFill/>
          </a:ln>
          <a:scene3d>
            <a:camera prst="orthographicFront"/>
            <a:lightRig rig="threePt" dir="t"/>
          </a:scene3d>
          <a:sp3d prstMaterial="plastic">
            <a:bevelT w="19050" h="6350"/>
          </a:sp3d>
        </p:spPr>
        <p:style>
          <a:lnRef idx="1">
            <a:schemeClr val="accent1"/>
          </a:lnRef>
          <a:fillRef idx="3">
            <a:schemeClr val="accent1"/>
          </a:fillRef>
          <a:effectRef idx="2">
            <a:schemeClr val="accent1"/>
          </a:effectRef>
          <a:fontRef idx="minor">
            <a:schemeClr val="lt1"/>
          </a:fontRef>
        </p:style>
        <p:txBody>
          <a:bodyPr rtlCol="0" anchor="ctr"/>
          <a:lstStyle/>
          <a:p>
            <a:pPr algn="ctr"/>
            <a:r>
              <a:rPr lang="ja-JP" altLang="en-US" sz="1600">
                <a:solidFill>
                  <a:schemeClr val="tx2"/>
                </a:solidFill>
                <a:latin typeface="+mj-lt"/>
                <a:cs typeface="Arial" pitchFamily="34" charset="0"/>
              </a:rPr>
              <a:t>初期化処理</a:t>
            </a:r>
            <a:endParaRPr lang="en-US" sz="1600" dirty="0">
              <a:solidFill>
                <a:schemeClr val="tx2"/>
              </a:solidFill>
              <a:latin typeface="+mj-lt"/>
              <a:cs typeface="Arial" pitchFamily="34" charset="0"/>
            </a:endParaRPr>
          </a:p>
        </p:txBody>
      </p:sp>
      <p:sp>
        <p:nvSpPr>
          <p:cNvPr id="22" name="Rectangle 21">
            <a:extLst>
              <a:ext uri="{FF2B5EF4-FFF2-40B4-BE49-F238E27FC236}">
                <a16:creationId xmlns:a16="http://schemas.microsoft.com/office/drawing/2014/main" id="{A7D4722E-0367-5A48-97BD-D59D39CD04DC}"/>
              </a:ext>
            </a:extLst>
          </p:cNvPr>
          <p:cNvSpPr/>
          <p:nvPr/>
        </p:nvSpPr>
        <p:spPr bwMode="gray">
          <a:xfrm rot="16200000">
            <a:off x="787951" y="2766799"/>
            <a:ext cx="1496292" cy="414114"/>
          </a:xfrm>
          <a:prstGeom prst="rect">
            <a:avLst/>
          </a:prstGeom>
          <a:solidFill>
            <a:schemeClr val="bg2"/>
          </a:solidFill>
          <a:ln>
            <a:noFill/>
          </a:ln>
          <a:scene3d>
            <a:camera prst="orthographicFront"/>
            <a:lightRig rig="threePt" dir="t"/>
          </a:scene3d>
          <a:sp3d prstMaterial="plastic">
            <a:bevelT w="19050" h="6350"/>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ja-JP" sz="1600" dirty="0">
                <a:solidFill>
                  <a:schemeClr val="tx2"/>
                </a:solidFill>
                <a:latin typeface="+mj-lt"/>
                <a:cs typeface="Arial" pitchFamily="34" charset="0"/>
              </a:rPr>
              <a:t>IP</a:t>
            </a:r>
            <a:r>
              <a:rPr lang="ja-JP" altLang="en-US" sz="1600">
                <a:solidFill>
                  <a:schemeClr val="tx2"/>
                </a:solidFill>
                <a:latin typeface="+mj-lt"/>
                <a:cs typeface="Arial" pitchFamily="34" charset="0"/>
              </a:rPr>
              <a:t>入力処理</a:t>
            </a:r>
            <a:endParaRPr lang="en-US" sz="1600" dirty="0">
              <a:solidFill>
                <a:schemeClr val="tx2"/>
              </a:solidFill>
              <a:latin typeface="+mj-lt"/>
              <a:cs typeface="Arial" pitchFamily="34" charset="0"/>
            </a:endParaRPr>
          </a:p>
        </p:txBody>
      </p:sp>
      <p:sp>
        <p:nvSpPr>
          <p:cNvPr id="31" name="Rectangle 30">
            <a:extLst>
              <a:ext uri="{FF2B5EF4-FFF2-40B4-BE49-F238E27FC236}">
                <a16:creationId xmlns:a16="http://schemas.microsoft.com/office/drawing/2014/main" id="{D0CF7BEC-247F-984B-A6B6-DCC42A106131}"/>
              </a:ext>
            </a:extLst>
          </p:cNvPr>
          <p:cNvSpPr/>
          <p:nvPr/>
        </p:nvSpPr>
        <p:spPr bwMode="gray">
          <a:xfrm rot="16200000">
            <a:off x="1515462" y="3067106"/>
            <a:ext cx="2096910" cy="414114"/>
          </a:xfrm>
          <a:prstGeom prst="rect">
            <a:avLst/>
          </a:prstGeom>
          <a:solidFill>
            <a:schemeClr val="bg2"/>
          </a:solidFill>
          <a:ln>
            <a:noFill/>
          </a:ln>
          <a:scene3d>
            <a:camera prst="orthographicFront"/>
            <a:lightRig rig="threePt" dir="t"/>
          </a:scene3d>
          <a:sp3d prstMaterial="plastic">
            <a:bevelT w="19050" h="6350"/>
          </a:sp3d>
        </p:spPr>
        <p:style>
          <a:lnRef idx="1">
            <a:schemeClr val="accent1"/>
          </a:lnRef>
          <a:fillRef idx="3">
            <a:schemeClr val="accent1"/>
          </a:fillRef>
          <a:effectRef idx="2">
            <a:schemeClr val="accent1"/>
          </a:effectRef>
          <a:fontRef idx="minor">
            <a:schemeClr val="lt1"/>
          </a:fontRef>
        </p:style>
        <p:txBody>
          <a:bodyPr rtlCol="0" anchor="ctr"/>
          <a:lstStyle/>
          <a:p>
            <a:pPr algn="ctr"/>
            <a:r>
              <a:rPr lang="ja-JP" altLang="en-US" sz="1600">
                <a:solidFill>
                  <a:schemeClr val="tx2"/>
                </a:solidFill>
                <a:latin typeface="+mj-lt"/>
                <a:cs typeface="Arial" pitchFamily="34" charset="0"/>
              </a:rPr>
              <a:t>ログイン処理処理</a:t>
            </a:r>
            <a:endParaRPr lang="en-US" sz="1600" dirty="0">
              <a:solidFill>
                <a:schemeClr val="tx2"/>
              </a:solidFill>
              <a:latin typeface="+mj-lt"/>
              <a:cs typeface="Arial" pitchFamily="34" charset="0"/>
            </a:endParaRPr>
          </a:p>
        </p:txBody>
      </p:sp>
      <p:sp>
        <p:nvSpPr>
          <p:cNvPr id="32" name="Rectangle 31">
            <a:extLst>
              <a:ext uri="{FF2B5EF4-FFF2-40B4-BE49-F238E27FC236}">
                <a16:creationId xmlns:a16="http://schemas.microsoft.com/office/drawing/2014/main" id="{44ABCFE2-2DED-264C-9B8E-FB0F7FA63296}"/>
              </a:ext>
            </a:extLst>
          </p:cNvPr>
          <p:cNvSpPr/>
          <p:nvPr/>
        </p:nvSpPr>
        <p:spPr bwMode="gray">
          <a:xfrm rot="16200000">
            <a:off x="2163842" y="3067105"/>
            <a:ext cx="2096910" cy="414114"/>
          </a:xfrm>
          <a:prstGeom prst="rect">
            <a:avLst/>
          </a:prstGeom>
          <a:solidFill>
            <a:schemeClr val="bg2"/>
          </a:solidFill>
          <a:ln>
            <a:noFill/>
          </a:ln>
          <a:scene3d>
            <a:camera prst="orthographicFront"/>
            <a:lightRig rig="threePt" dir="t"/>
          </a:scene3d>
          <a:sp3d prstMaterial="plastic">
            <a:bevelT w="19050" h="6350"/>
          </a:sp3d>
        </p:spPr>
        <p:style>
          <a:lnRef idx="1">
            <a:schemeClr val="accent1"/>
          </a:lnRef>
          <a:fillRef idx="3">
            <a:schemeClr val="accent1"/>
          </a:fillRef>
          <a:effectRef idx="2">
            <a:schemeClr val="accent1"/>
          </a:effectRef>
          <a:fontRef idx="minor">
            <a:schemeClr val="lt1"/>
          </a:fontRef>
        </p:style>
        <p:txBody>
          <a:bodyPr rtlCol="0" anchor="ctr"/>
          <a:lstStyle/>
          <a:p>
            <a:pPr algn="ctr"/>
            <a:r>
              <a:rPr lang="ja-JP" altLang="en-US" sz="1600">
                <a:solidFill>
                  <a:schemeClr val="tx2"/>
                </a:solidFill>
                <a:latin typeface="+mj-lt"/>
                <a:cs typeface="Arial" pitchFamily="34" charset="0"/>
              </a:rPr>
              <a:t>仮想マシン入力処理</a:t>
            </a:r>
            <a:endParaRPr lang="en-US" sz="1600" dirty="0">
              <a:solidFill>
                <a:schemeClr val="tx2"/>
              </a:solidFill>
              <a:latin typeface="+mj-lt"/>
              <a:cs typeface="Arial" pitchFamily="34" charset="0"/>
            </a:endParaRPr>
          </a:p>
        </p:txBody>
      </p:sp>
      <p:sp>
        <p:nvSpPr>
          <p:cNvPr id="33" name="Rectangle 32">
            <a:extLst>
              <a:ext uri="{FF2B5EF4-FFF2-40B4-BE49-F238E27FC236}">
                <a16:creationId xmlns:a16="http://schemas.microsoft.com/office/drawing/2014/main" id="{CC68E1B5-EA43-2B42-A222-5AE778E78D25}"/>
              </a:ext>
            </a:extLst>
          </p:cNvPr>
          <p:cNvSpPr/>
          <p:nvPr/>
        </p:nvSpPr>
        <p:spPr bwMode="gray">
          <a:xfrm rot="16200000">
            <a:off x="3402425" y="3067105"/>
            <a:ext cx="2096910" cy="414114"/>
          </a:xfrm>
          <a:prstGeom prst="rect">
            <a:avLst/>
          </a:prstGeom>
          <a:solidFill>
            <a:schemeClr val="bg2"/>
          </a:solidFill>
          <a:ln>
            <a:noFill/>
          </a:ln>
          <a:scene3d>
            <a:camera prst="orthographicFront"/>
            <a:lightRig rig="threePt" dir="t"/>
          </a:scene3d>
          <a:sp3d prstMaterial="plastic">
            <a:bevelT w="19050" h="6350"/>
          </a:sp3d>
        </p:spPr>
        <p:style>
          <a:lnRef idx="1">
            <a:schemeClr val="accent1"/>
          </a:lnRef>
          <a:fillRef idx="3">
            <a:schemeClr val="accent1"/>
          </a:fillRef>
          <a:effectRef idx="2">
            <a:schemeClr val="accent1"/>
          </a:effectRef>
          <a:fontRef idx="minor">
            <a:schemeClr val="lt1"/>
          </a:fontRef>
        </p:style>
        <p:txBody>
          <a:bodyPr rtlCol="0" anchor="ctr"/>
          <a:lstStyle/>
          <a:p>
            <a:pPr algn="ctr"/>
            <a:r>
              <a:rPr lang="ja-JP" altLang="en-US" sz="1600">
                <a:solidFill>
                  <a:schemeClr val="tx2"/>
                </a:solidFill>
                <a:latin typeface="+mj-lt"/>
                <a:cs typeface="Arial" pitchFamily="34" charset="0"/>
              </a:rPr>
              <a:t>イメージ作成処理</a:t>
            </a:r>
            <a:endParaRPr lang="en-US" sz="1600" dirty="0">
              <a:solidFill>
                <a:schemeClr val="tx2"/>
              </a:solidFill>
              <a:latin typeface="+mj-lt"/>
              <a:cs typeface="Arial" pitchFamily="34" charset="0"/>
            </a:endParaRPr>
          </a:p>
        </p:txBody>
      </p:sp>
      <p:sp>
        <p:nvSpPr>
          <p:cNvPr id="6" name="TextBox 5">
            <a:extLst>
              <a:ext uri="{FF2B5EF4-FFF2-40B4-BE49-F238E27FC236}">
                <a16:creationId xmlns:a16="http://schemas.microsoft.com/office/drawing/2014/main" id="{13985629-B749-174B-96FC-1247BBE6BBEC}"/>
              </a:ext>
            </a:extLst>
          </p:cNvPr>
          <p:cNvSpPr txBox="1"/>
          <p:nvPr/>
        </p:nvSpPr>
        <p:spPr>
          <a:xfrm>
            <a:off x="4774473" y="1795427"/>
            <a:ext cx="1882247" cy="584775"/>
          </a:xfrm>
          <a:prstGeom prst="rect">
            <a:avLst/>
          </a:prstGeom>
          <a:noFill/>
        </p:spPr>
        <p:txBody>
          <a:bodyPr wrap="none" rtlCol="0">
            <a:spAutoFit/>
          </a:bodyPr>
          <a:lstStyle/>
          <a:p>
            <a:r>
              <a:rPr lang="ja-JP" altLang="en-US" sz="1600">
                <a:solidFill>
                  <a:schemeClr val="bg1"/>
                </a:solidFill>
                <a:latin typeface="+mj-lt"/>
                <a:ea typeface="+mn-ea"/>
                <a:cs typeface="Arial" pitchFamily="34" charset="0"/>
              </a:rPr>
              <a:t>ツール本体</a:t>
            </a:r>
            <a:endParaRPr lang="en-US" altLang="ja-JP" sz="1600" dirty="0">
              <a:solidFill>
                <a:schemeClr val="bg1"/>
              </a:solidFill>
              <a:latin typeface="+mj-lt"/>
              <a:ea typeface="+mn-ea"/>
              <a:cs typeface="Arial" pitchFamily="34" charset="0"/>
            </a:endParaRPr>
          </a:p>
          <a:p>
            <a:r>
              <a:rPr lang="en-US" altLang="ja-JP" sz="1600" dirty="0">
                <a:solidFill>
                  <a:schemeClr val="bg1"/>
                </a:solidFill>
                <a:latin typeface="+mj-lt"/>
                <a:ea typeface="+mn-ea"/>
                <a:cs typeface="Arial" pitchFamily="34" charset="0"/>
              </a:rPr>
              <a:t>(</a:t>
            </a:r>
            <a:r>
              <a:rPr lang="ja-JP" altLang="en-US" sz="1600">
                <a:solidFill>
                  <a:schemeClr val="bg1"/>
                </a:solidFill>
                <a:latin typeface="+mj-lt"/>
                <a:ea typeface="+mn-ea"/>
                <a:cs typeface="Arial" pitchFamily="34" charset="0"/>
              </a:rPr>
              <a:t>簡単。再利用不可</a:t>
            </a:r>
            <a:r>
              <a:rPr lang="en-US" altLang="ja-JP" sz="1600" dirty="0">
                <a:solidFill>
                  <a:schemeClr val="bg1"/>
                </a:solidFill>
                <a:latin typeface="+mj-lt"/>
                <a:ea typeface="+mn-ea"/>
                <a:cs typeface="Arial" pitchFamily="34" charset="0"/>
              </a:rPr>
              <a:t>)</a:t>
            </a:r>
          </a:p>
        </p:txBody>
      </p:sp>
      <p:cxnSp>
        <p:nvCxnSpPr>
          <p:cNvPr id="9" name="Straight Arrow Connector 8">
            <a:extLst>
              <a:ext uri="{FF2B5EF4-FFF2-40B4-BE49-F238E27FC236}">
                <a16:creationId xmlns:a16="http://schemas.microsoft.com/office/drawing/2014/main" id="{CE3B64BB-52B9-3A46-9104-67EC60DF256D}"/>
              </a:ext>
            </a:extLst>
          </p:cNvPr>
          <p:cNvCxnSpPr/>
          <p:nvPr/>
        </p:nvCxnSpPr>
        <p:spPr>
          <a:xfrm flipV="1">
            <a:off x="935795" y="1472249"/>
            <a:ext cx="0" cy="60062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B1862FE8-B025-AE46-93C2-2E4AC4CA1A5F}"/>
              </a:ext>
            </a:extLst>
          </p:cNvPr>
          <p:cNvCxnSpPr/>
          <p:nvPr/>
        </p:nvCxnSpPr>
        <p:spPr>
          <a:xfrm flipV="1">
            <a:off x="1536097" y="1495003"/>
            <a:ext cx="0" cy="60062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5B6B83D1-F8F8-3C41-8017-7D0CD8A7F96F}"/>
              </a:ext>
            </a:extLst>
          </p:cNvPr>
          <p:cNvCxnSpPr/>
          <p:nvPr/>
        </p:nvCxnSpPr>
        <p:spPr>
          <a:xfrm flipV="1">
            <a:off x="2553715" y="1495003"/>
            <a:ext cx="0" cy="60062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89888BF6-DF1E-E646-BF4A-60E997F5D8CA}"/>
              </a:ext>
            </a:extLst>
          </p:cNvPr>
          <p:cNvCxnSpPr/>
          <p:nvPr/>
        </p:nvCxnSpPr>
        <p:spPr>
          <a:xfrm flipV="1">
            <a:off x="3196566" y="1497774"/>
            <a:ext cx="0" cy="60062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1" name="Straight Arrow Connector 40">
            <a:extLst>
              <a:ext uri="{FF2B5EF4-FFF2-40B4-BE49-F238E27FC236}">
                <a16:creationId xmlns:a16="http://schemas.microsoft.com/office/drawing/2014/main" id="{78F73F37-977E-7143-8445-3015164E3818}"/>
              </a:ext>
            </a:extLst>
          </p:cNvPr>
          <p:cNvCxnSpPr/>
          <p:nvPr/>
        </p:nvCxnSpPr>
        <p:spPr>
          <a:xfrm flipV="1">
            <a:off x="4450880" y="1519119"/>
            <a:ext cx="0" cy="60062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1C785B29-609B-FB4F-BF6F-F5C9D775CC63}"/>
              </a:ext>
            </a:extLst>
          </p:cNvPr>
          <p:cNvSpPr txBox="1"/>
          <p:nvPr/>
        </p:nvSpPr>
        <p:spPr>
          <a:xfrm>
            <a:off x="4709993" y="2525796"/>
            <a:ext cx="1673856" cy="1200329"/>
          </a:xfrm>
          <a:prstGeom prst="rect">
            <a:avLst/>
          </a:prstGeom>
          <a:noFill/>
        </p:spPr>
        <p:txBody>
          <a:bodyPr wrap="none" rtlCol="0">
            <a:spAutoFit/>
          </a:bodyPr>
          <a:lstStyle/>
          <a:p>
            <a:r>
              <a:rPr lang="en-US" altLang="ja-JP" dirty="0">
                <a:solidFill>
                  <a:schemeClr val="tx1">
                    <a:lumMod val="65000"/>
                    <a:lumOff val="35000"/>
                  </a:schemeClr>
                </a:solidFill>
                <a:latin typeface="+mj-lt"/>
                <a:ea typeface="+mn-ea"/>
                <a:cs typeface="Arial" pitchFamily="34" charset="0"/>
              </a:rPr>
              <a:t>REST API</a:t>
            </a:r>
            <a:r>
              <a:rPr lang="ja-JP" altLang="en-US">
                <a:solidFill>
                  <a:schemeClr val="tx1">
                    <a:lumMod val="65000"/>
                    <a:lumOff val="35000"/>
                  </a:schemeClr>
                </a:solidFill>
                <a:latin typeface="+mj-lt"/>
                <a:ea typeface="+mn-ea"/>
                <a:cs typeface="Arial" pitchFamily="34" charset="0"/>
              </a:rPr>
              <a:t>を使う</a:t>
            </a:r>
            <a:endParaRPr lang="en-US" altLang="ja-JP" dirty="0">
              <a:solidFill>
                <a:schemeClr val="tx1">
                  <a:lumMod val="65000"/>
                  <a:lumOff val="35000"/>
                </a:schemeClr>
              </a:solidFill>
              <a:latin typeface="+mj-lt"/>
              <a:ea typeface="+mn-ea"/>
              <a:cs typeface="Arial" pitchFamily="34" charset="0"/>
            </a:endParaRPr>
          </a:p>
          <a:p>
            <a:r>
              <a:rPr lang="ja-JP" altLang="en-US">
                <a:solidFill>
                  <a:schemeClr val="tx1">
                    <a:lumMod val="65000"/>
                    <a:lumOff val="35000"/>
                  </a:schemeClr>
                </a:solidFill>
                <a:latin typeface="+mj-lt"/>
                <a:ea typeface="+mn-ea"/>
                <a:cs typeface="Arial" pitchFamily="34" charset="0"/>
              </a:rPr>
              <a:t>処理をフレーム</a:t>
            </a:r>
            <a:endParaRPr lang="en-US" altLang="ja-JP" dirty="0">
              <a:solidFill>
                <a:schemeClr val="tx1">
                  <a:lumMod val="65000"/>
                  <a:lumOff val="35000"/>
                </a:schemeClr>
              </a:solidFill>
              <a:latin typeface="+mj-lt"/>
              <a:ea typeface="+mn-ea"/>
              <a:cs typeface="Arial" pitchFamily="34" charset="0"/>
            </a:endParaRPr>
          </a:p>
          <a:p>
            <a:r>
              <a:rPr lang="ja-JP" altLang="en-US">
                <a:solidFill>
                  <a:schemeClr val="tx1">
                    <a:lumMod val="65000"/>
                    <a:lumOff val="35000"/>
                  </a:schemeClr>
                </a:solidFill>
                <a:latin typeface="+mj-lt"/>
                <a:ea typeface="+mn-ea"/>
                <a:cs typeface="Arial" pitchFamily="34" charset="0"/>
              </a:rPr>
              <a:t>ワークに登録</a:t>
            </a:r>
            <a:endParaRPr lang="en-US" altLang="ja-JP" dirty="0">
              <a:solidFill>
                <a:schemeClr val="tx1">
                  <a:lumMod val="65000"/>
                  <a:lumOff val="35000"/>
                </a:schemeClr>
              </a:solidFill>
              <a:latin typeface="+mj-lt"/>
              <a:ea typeface="+mn-ea"/>
              <a:cs typeface="Arial" pitchFamily="34" charset="0"/>
            </a:endParaRPr>
          </a:p>
          <a:p>
            <a:r>
              <a:rPr lang="en-US" dirty="0">
                <a:solidFill>
                  <a:schemeClr val="tx1">
                    <a:lumMod val="65000"/>
                    <a:lumOff val="35000"/>
                  </a:schemeClr>
                </a:solidFill>
                <a:latin typeface="+mj-lt"/>
                <a:ea typeface="+mn-ea"/>
                <a:cs typeface="Arial" pitchFamily="34" charset="0"/>
              </a:rPr>
              <a:t>(</a:t>
            </a:r>
            <a:r>
              <a:rPr lang="ja-JP" altLang="en-US">
                <a:solidFill>
                  <a:schemeClr val="tx1">
                    <a:lumMod val="65000"/>
                    <a:lumOff val="35000"/>
                  </a:schemeClr>
                </a:solidFill>
                <a:latin typeface="+mj-lt"/>
                <a:ea typeface="+mn-ea"/>
                <a:cs typeface="Arial" pitchFamily="34" charset="0"/>
              </a:rPr>
              <a:t>疎結合</a:t>
            </a:r>
            <a:r>
              <a:rPr lang="en-US" dirty="0">
                <a:solidFill>
                  <a:schemeClr val="tx1">
                    <a:lumMod val="65000"/>
                    <a:lumOff val="35000"/>
                  </a:schemeClr>
                </a:solidFill>
                <a:latin typeface="+mj-lt"/>
                <a:ea typeface="+mn-ea"/>
                <a:cs typeface="Arial" pitchFamily="34" charset="0"/>
              </a:rPr>
              <a:t>)</a:t>
            </a:r>
          </a:p>
        </p:txBody>
      </p:sp>
      <p:sp>
        <p:nvSpPr>
          <p:cNvPr id="12" name="TextBox 11">
            <a:extLst>
              <a:ext uri="{FF2B5EF4-FFF2-40B4-BE49-F238E27FC236}">
                <a16:creationId xmlns:a16="http://schemas.microsoft.com/office/drawing/2014/main" id="{636DFD32-BF0F-A449-ADEE-F387D0BE159C}"/>
              </a:ext>
            </a:extLst>
          </p:cNvPr>
          <p:cNvSpPr txBox="1"/>
          <p:nvPr/>
        </p:nvSpPr>
        <p:spPr>
          <a:xfrm>
            <a:off x="1865358" y="2855113"/>
            <a:ext cx="357790" cy="369332"/>
          </a:xfrm>
          <a:prstGeom prst="rect">
            <a:avLst/>
          </a:prstGeom>
          <a:noFill/>
        </p:spPr>
        <p:txBody>
          <a:bodyPr wrap="none" rtlCol="0">
            <a:spAutoFit/>
          </a:bodyPr>
          <a:lstStyle/>
          <a:p>
            <a:r>
              <a:rPr lang="en-US" dirty="0">
                <a:solidFill>
                  <a:schemeClr val="tx1">
                    <a:lumMod val="65000"/>
                    <a:lumOff val="35000"/>
                  </a:schemeClr>
                </a:solidFill>
                <a:latin typeface="+mj-lt"/>
                <a:ea typeface="+mn-ea"/>
                <a:cs typeface="Arial" pitchFamily="34" charset="0"/>
              </a:rPr>
              <a:t>...</a:t>
            </a:r>
          </a:p>
        </p:txBody>
      </p:sp>
      <p:sp>
        <p:nvSpPr>
          <p:cNvPr id="44" name="TextBox 43">
            <a:extLst>
              <a:ext uri="{FF2B5EF4-FFF2-40B4-BE49-F238E27FC236}">
                <a16:creationId xmlns:a16="http://schemas.microsoft.com/office/drawing/2014/main" id="{28AB6FB1-3B47-4B4A-BF9C-A21741E5143E}"/>
              </a:ext>
            </a:extLst>
          </p:cNvPr>
          <p:cNvSpPr txBox="1"/>
          <p:nvPr/>
        </p:nvSpPr>
        <p:spPr>
          <a:xfrm>
            <a:off x="3635377" y="2855113"/>
            <a:ext cx="357790" cy="369332"/>
          </a:xfrm>
          <a:prstGeom prst="rect">
            <a:avLst/>
          </a:prstGeom>
          <a:noFill/>
        </p:spPr>
        <p:txBody>
          <a:bodyPr wrap="none" rtlCol="0">
            <a:spAutoFit/>
          </a:bodyPr>
          <a:lstStyle/>
          <a:p>
            <a:r>
              <a:rPr lang="en-US" dirty="0">
                <a:solidFill>
                  <a:schemeClr val="tx1">
                    <a:lumMod val="65000"/>
                    <a:lumOff val="35000"/>
                  </a:schemeClr>
                </a:solidFill>
                <a:latin typeface="+mj-lt"/>
                <a:ea typeface="+mn-ea"/>
                <a:cs typeface="Arial" pitchFamily="34" charset="0"/>
              </a:rPr>
              <a:t>...</a:t>
            </a:r>
          </a:p>
        </p:txBody>
      </p:sp>
      <p:pic>
        <p:nvPicPr>
          <p:cNvPr id="45" name="Picture 44">
            <a:extLst>
              <a:ext uri="{FF2B5EF4-FFF2-40B4-BE49-F238E27FC236}">
                <a16:creationId xmlns:a16="http://schemas.microsoft.com/office/drawing/2014/main" id="{A568D9E0-8125-884E-AAE5-235AB223AF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99172" y="764314"/>
            <a:ext cx="1522458" cy="931654"/>
          </a:xfrm>
          <a:prstGeom prst="rect">
            <a:avLst/>
          </a:prstGeom>
        </p:spPr>
      </p:pic>
      <p:sp>
        <p:nvSpPr>
          <p:cNvPr id="46" name="Rectangle 45">
            <a:extLst>
              <a:ext uri="{FF2B5EF4-FFF2-40B4-BE49-F238E27FC236}">
                <a16:creationId xmlns:a16="http://schemas.microsoft.com/office/drawing/2014/main" id="{24D1D031-71CD-8D4C-85F7-3D5FC557C3BD}"/>
              </a:ext>
            </a:extLst>
          </p:cNvPr>
          <p:cNvSpPr/>
          <p:nvPr/>
        </p:nvSpPr>
        <p:spPr bwMode="gray">
          <a:xfrm rot="16200000">
            <a:off x="4378915" y="757116"/>
            <a:ext cx="1414419" cy="281845"/>
          </a:xfrm>
          <a:prstGeom prst="rect">
            <a:avLst/>
          </a:prstGeom>
          <a:solidFill>
            <a:schemeClr val="accent1"/>
          </a:solidFill>
          <a:ln>
            <a:noFill/>
          </a:ln>
          <a:scene3d>
            <a:camera prst="orthographicFront"/>
            <a:lightRig rig="threePt" dir="t"/>
          </a:scene3d>
          <a:sp3d prstMaterial="plastic">
            <a:bevelT w="19050" h="6350"/>
          </a:sp3d>
        </p:spPr>
        <p:style>
          <a:lnRef idx="1">
            <a:schemeClr val="accent1"/>
          </a:lnRef>
          <a:fillRef idx="3">
            <a:schemeClr val="accent1"/>
          </a:fillRef>
          <a:effectRef idx="2">
            <a:schemeClr val="accent1"/>
          </a:effectRef>
          <a:fontRef idx="minor">
            <a:schemeClr val="lt1"/>
          </a:fontRef>
        </p:style>
        <p:txBody>
          <a:bodyPr rtlCol="0" anchor="ctr"/>
          <a:lstStyle/>
          <a:p>
            <a:pPr algn="ctr"/>
            <a:r>
              <a:rPr lang="ja-JP" altLang="en-US" sz="1400">
                <a:solidFill>
                  <a:schemeClr val="bg1"/>
                </a:solidFill>
                <a:latin typeface="+mj-lt"/>
                <a:cs typeface="Arial" pitchFamily="34" charset="0"/>
              </a:rPr>
              <a:t>コンソール出力</a:t>
            </a:r>
            <a:endParaRPr lang="en-US" sz="1400" dirty="0">
              <a:solidFill>
                <a:schemeClr val="bg1"/>
              </a:solidFill>
              <a:latin typeface="+mj-lt"/>
              <a:cs typeface="Arial" pitchFamily="34" charset="0"/>
            </a:endParaRPr>
          </a:p>
        </p:txBody>
      </p:sp>
      <p:sp>
        <p:nvSpPr>
          <p:cNvPr id="47" name="Rectangle 46">
            <a:extLst>
              <a:ext uri="{FF2B5EF4-FFF2-40B4-BE49-F238E27FC236}">
                <a16:creationId xmlns:a16="http://schemas.microsoft.com/office/drawing/2014/main" id="{B69D98F4-A465-BB4D-9CA5-92696C9A8EE7}"/>
              </a:ext>
            </a:extLst>
          </p:cNvPr>
          <p:cNvSpPr/>
          <p:nvPr/>
        </p:nvSpPr>
        <p:spPr bwMode="gray">
          <a:xfrm rot="16200000">
            <a:off x="5111871" y="772847"/>
            <a:ext cx="1418936" cy="281845"/>
          </a:xfrm>
          <a:prstGeom prst="rect">
            <a:avLst/>
          </a:prstGeom>
          <a:solidFill>
            <a:schemeClr val="accent1"/>
          </a:solidFill>
          <a:ln>
            <a:noFill/>
          </a:ln>
          <a:scene3d>
            <a:camera prst="orthographicFront"/>
            <a:lightRig rig="threePt" dir="t"/>
          </a:scene3d>
          <a:sp3d prstMaterial="plastic">
            <a:bevelT w="19050" h="6350"/>
          </a:sp3d>
        </p:spPr>
        <p:style>
          <a:lnRef idx="1">
            <a:schemeClr val="accent1"/>
          </a:lnRef>
          <a:fillRef idx="3">
            <a:schemeClr val="accent1"/>
          </a:fillRef>
          <a:effectRef idx="2">
            <a:schemeClr val="accent1"/>
          </a:effectRef>
          <a:fontRef idx="minor">
            <a:schemeClr val="lt1"/>
          </a:fontRef>
        </p:style>
        <p:txBody>
          <a:bodyPr rtlCol="0" anchor="ctr"/>
          <a:lstStyle/>
          <a:p>
            <a:pPr algn="ctr"/>
            <a:r>
              <a:rPr lang="ja-JP" altLang="en-US" sz="1400">
                <a:solidFill>
                  <a:schemeClr val="bg1"/>
                </a:solidFill>
                <a:latin typeface="+mj-lt"/>
                <a:cs typeface="Arial" pitchFamily="34" charset="0"/>
              </a:rPr>
              <a:t>テキスト補完</a:t>
            </a:r>
            <a:endParaRPr lang="en-US" sz="1400" dirty="0">
              <a:solidFill>
                <a:schemeClr val="bg1"/>
              </a:solidFill>
              <a:latin typeface="+mj-lt"/>
              <a:cs typeface="Arial" pitchFamily="34" charset="0"/>
            </a:endParaRPr>
          </a:p>
        </p:txBody>
      </p:sp>
      <p:sp>
        <p:nvSpPr>
          <p:cNvPr id="48" name="Rectangle 47">
            <a:extLst>
              <a:ext uri="{FF2B5EF4-FFF2-40B4-BE49-F238E27FC236}">
                <a16:creationId xmlns:a16="http://schemas.microsoft.com/office/drawing/2014/main" id="{07C37888-1003-0644-8F5A-AC97101DAD3C}"/>
              </a:ext>
            </a:extLst>
          </p:cNvPr>
          <p:cNvSpPr/>
          <p:nvPr/>
        </p:nvSpPr>
        <p:spPr bwMode="gray">
          <a:xfrm rot="16200000">
            <a:off x="5489965" y="766015"/>
            <a:ext cx="1405274" cy="281845"/>
          </a:xfrm>
          <a:prstGeom prst="rect">
            <a:avLst/>
          </a:prstGeom>
          <a:solidFill>
            <a:schemeClr val="accent1"/>
          </a:solidFill>
          <a:ln>
            <a:noFill/>
          </a:ln>
          <a:scene3d>
            <a:camera prst="orthographicFront"/>
            <a:lightRig rig="threePt" dir="t"/>
          </a:scene3d>
          <a:sp3d prstMaterial="plastic">
            <a:bevelT w="19050" h="6350"/>
          </a:sp3d>
        </p:spPr>
        <p:style>
          <a:lnRef idx="1">
            <a:schemeClr val="accent1"/>
          </a:lnRef>
          <a:fillRef idx="3">
            <a:schemeClr val="accent1"/>
          </a:fillRef>
          <a:effectRef idx="2">
            <a:schemeClr val="accent1"/>
          </a:effectRef>
          <a:fontRef idx="minor">
            <a:schemeClr val="lt1"/>
          </a:fontRef>
        </p:style>
        <p:txBody>
          <a:bodyPr rtlCol="0" anchor="ctr"/>
          <a:lstStyle/>
          <a:p>
            <a:pPr algn="ctr"/>
            <a:r>
              <a:rPr lang="ja-JP" altLang="en-US" sz="1400">
                <a:solidFill>
                  <a:schemeClr val="bg1"/>
                </a:solidFill>
                <a:latin typeface="+mj-lt"/>
                <a:cs typeface="Arial" pitchFamily="34" charset="0"/>
              </a:rPr>
              <a:t>オートマトン</a:t>
            </a:r>
            <a:endParaRPr lang="en-US" sz="1400" dirty="0">
              <a:solidFill>
                <a:schemeClr val="bg1"/>
              </a:solidFill>
              <a:latin typeface="+mj-lt"/>
              <a:cs typeface="Arial" pitchFamily="34" charset="0"/>
            </a:endParaRPr>
          </a:p>
        </p:txBody>
      </p:sp>
      <p:cxnSp>
        <p:nvCxnSpPr>
          <p:cNvPr id="49" name="Straight Arrow Connector 48">
            <a:extLst>
              <a:ext uri="{FF2B5EF4-FFF2-40B4-BE49-F238E27FC236}">
                <a16:creationId xmlns:a16="http://schemas.microsoft.com/office/drawing/2014/main" id="{B1A244C6-0715-264F-B612-D19555FF4FB0}"/>
              </a:ext>
            </a:extLst>
          </p:cNvPr>
          <p:cNvCxnSpPr>
            <a:cxnSpLocks/>
          </p:cNvCxnSpPr>
          <p:nvPr/>
        </p:nvCxnSpPr>
        <p:spPr>
          <a:xfrm>
            <a:off x="6823707" y="1204664"/>
            <a:ext cx="456002" cy="13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0" name="Straight Arrow Connector 49">
            <a:extLst>
              <a:ext uri="{FF2B5EF4-FFF2-40B4-BE49-F238E27FC236}">
                <a16:creationId xmlns:a16="http://schemas.microsoft.com/office/drawing/2014/main" id="{7215E22E-1A8D-A143-A960-4A1736F8D310}"/>
              </a:ext>
            </a:extLst>
          </p:cNvPr>
          <p:cNvCxnSpPr>
            <a:cxnSpLocks/>
          </p:cNvCxnSpPr>
          <p:nvPr/>
        </p:nvCxnSpPr>
        <p:spPr>
          <a:xfrm>
            <a:off x="6838964" y="1204799"/>
            <a:ext cx="0" cy="2168917"/>
          </a:xfrm>
          <a:prstGeom prst="straightConnector1">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53" name="TextBox 52">
            <a:extLst>
              <a:ext uri="{FF2B5EF4-FFF2-40B4-BE49-F238E27FC236}">
                <a16:creationId xmlns:a16="http://schemas.microsoft.com/office/drawing/2014/main" id="{7CADECB3-53FA-6E46-8CC5-FABB832EC6BD}"/>
              </a:ext>
            </a:extLst>
          </p:cNvPr>
          <p:cNvSpPr txBox="1"/>
          <p:nvPr/>
        </p:nvSpPr>
        <p:spPr>
          <a:xfrm>
            <a:off x="6070148" y="3435092"/>
            <a:ext cx="1228221" cy="369332"/>
          </a:xfrm>
          <a:prstGeom prst="rect">
            <a:avLst/>
          </a:prstGeom>
          <a:noFill/>
        </p:spPr>
        <p:txBody>
          <a:bodyPr wrap="none" rtlCol="0">
            <a:spAutoFit/>
          </a:bodyPr>
          <a:lstStyle/>
          <a:p>
            <a:r>
              <a:rPr lang="en-US" altLang="ja-JP" dirty="0">
                <a:solidFill>
                  <a:schemeClr val="tx1">
                    <a:lumMod val="65000"/>
                    <a:lumOff val="35000"/>
                  </a:schemeClr>
                </a:solidFill>
                <a:latin typeface="+mj-lt"/>
                <a:ea typeface="+mn-ea"/>
                <a:cs typeface="Arial" pitchFamily="34" charset="0"/>
              </a:rPr>
              <a:t>GUI</a:t>
            </a:r>
            <a:r>
              <a:rPr lang="ja-JP" altLang="en-US">
                <a:solidFill>
                  <a:schemeClr val="tx1">
                    <a:lumMod val="65000"/>
                    <a:lumOff val="35000"/>
                  </a:schemeClr>
                </a:solidFill>
                <a:latin typeface="+mj-lt"/>
                <a:ea typeface="+mn-ea"/>
                <a:cs typeface="Arial" pitchFamily="34" charset="0"/>
              </a:rPr>
              <a:t>の起動</a:t>
            </a:r>
            <a:endParaRPr lang="en-US" altLang="ja-JP" dirty="0">
              <a:solidFill>
                <a:schemeClr val="tx1">
                  <a:lumMod val="65000"/>
                  <a:lumOff val="35000"/>
                </a:schemeClr>
              </a:solidFill>
              <a:latin typeface="+mj-lt"/>
              <a:ea typeface="+mn-ea"/>
              <a:cs typeface="Arial" pitchFamily="34" charset="0"/>
            </a:endParaRPr>
          </a:p>
        </p:txBody>
      </p:sp>
      <p:sp>
        <p:nvSpPr>
          <p:cNvPr id="54" name="TextBox 53">
            <a:extLst>
              <a:ext uri="{FF2B5EF4-FFF2-40B4-BE49-F238E27FC236}">
                <a16:creationId xmlns:a16="http://schemas.microsoft.com/office/drawing/2014/main" id="{BF146CE1-4E2B-6344-BE71-C64CAA348131}"/>
              </a:ext>
            </a:extLst>
          </p:cNvPr>
          <p:cNvSpPr txBox="1"/>
          <p:nvPr/>
        </p:nvSpPr>
        <p:spPr>
          <a:xfrm>
            <a:off x="464103" y="1029163"/>
            <a:ext cx="4391074" cy="338554"/>
          </a:xfrm>
          <a:prstGeom prst="rect">
            <a:avLst/>
          </a:prstGeom>
          <a:noFill/>
        </p:spPr>
        <p:txBody>
          <a:bodyPr wrap="none" rtlCol="0">
            <a:spAutoFit/>
          </a:bodyPr>
          <a:lstStyle/>
          <a:p>
            <a:r>
              <a:rPr lang="en-US" sz="1600" dirty="0">
                <a:solidFill>
                  <a:schemeClr val="tx1">
                    <a:lumMod val="65000"/>
                    <a:lumOff val="35000"/>
                  </a:schemeClr>
                </a:solidFill>
                <a:latin typeface="+mj-lt"/>
                <a:ea typeface="+mn-ea"/>
                <a:cs typeface="Arial" pitchFamily="34" charset="0"/>
              </a:rPr>
              <a:t>CURSES</a:t>
            </a:r>
            <a:r>
              <a:rPr lang="ja-JP" altLang="en-US" sz="1600">
                <a:solidFill>
                  <a:schemeClr val="tx1">
                    <a:lumMod val="65000"/>
                    <a:lumOff val="35000"/>
                  </a:schemeClr>
                </a:solidFill>
                <a:latin typeface="+mj-lt"/>
                <a:ea typeface="+mn-ea"/>
                <a:cs typeface="Arial" pitchFamily="34" charset="0"/>
              </a:rPr>
              <a:t>ベースのフレームワーク</a:t>
            </a:r>
            <a:r>
              <a:rPr lang="en-US" altLang="ja-JP" sz="1600" dirty="0">
                <a:solidFill>
                  <a:schemeClr val="tx1">
                    <a:lumMod val="65000"/>
                    <a:lumOff val="35000"/>
                  </a:schemeClr>
                </a:solidFill>
                <a:latin typeface="+mj-lt"/>
                <a:ea typeface="+mn-ea"/>
                <a:cs typeface="Arial" pitchFamily="34" charset="0"/>
              </a:rPr>
              <a:t>(</a:t>
            </a:r>
            <a:r>
              <a:rPr lang="ja-JP" altLang="en-US" sz="1600">
                <a:solidFill>
                  <a:schemeClr val="tx1">
                    <a:lumMod val="65000"/>
                    <a:lumOff val="35000"/>
                  </a:schemeClr>
                </a:solidFill>
                <a:latin typeface="+mj-lt"/>
                <a:ea typeface="+mn-ea"/>
                <a:cs typeface="Arial" pitchFamily="34" charset="0"/>
              </a:rPr>
              <a:t>複雑。再利用可</a:t>
            </a:r>
            <a:r>
              <a:rPr lang="en-US" altLang="ja-JP" sz="1600" dirty="0">
                <a:solidFill>
                  <a:schemeClr val="tx1">
                    <a:lumMod val="65000"/>
                    <a:lumOff val="35000"/>
                  </a:schemeClr>
                </a:solidFill>
                <a:latin typeface="+mj-lt"/>
                <a:ea typeface="+mn-ea"/>
                <a:cs typeface="Arial" pitchFamily="34" charset="0"/>
              </a:rPr>
              <a:t>)</a:t>
            </a:r>
            <a:endParaRPr lang="en-US" sz="1600" dirty="0">
              <a:solidFill>
                <a:schemeClr val="tx1">
                  <a:lumMod val="65000"/>
                  <a:lumOff val="35000"/>
                </a:schemeClr>
              </a:solidFill>
              <a:latin typeface="+mj-lt"/>
              <a:ea typeface="+mn-ea"/>
              <a:cs typeface="Arial" pitchFamily="34" charset="0"/>
            </a:endParaRPr>
          </a:p>
        </p:txBody>
      </p:sp>
      <p:sp>
        <p:nvSpPr>
          <p:cNvPr id="55" name="TextBox 54">
            <a:extLst>
              <a:ext uri="{FF2B5EF4-FFF2-40B4-BE49-F238E27FC236}">
                <a16:creationId xmlns:a16="http://schemas.microsoft.com/office/drawing/2014/main" id="{B93B8679-4BD2-1C41-8EE9-3EE989DC9A9E}"/>
              </a:ext>
            </a:extLst>
          </p:cNvPr>
          <p:cNvSpPr txBox="1"/>
          <p:nvPr/>
        </p:nvSpPr>
        <p:spPr>
          <a:xfrm>
            <a:off x="704467" y="4382803"/>
            <a:ext cx="5370188" cy="338554"/>
          </a:xfrm>
          <a:prstGeom prst="rect">
            <a:avLst/>
          </a:prstGeom>
          <a:noFill/>
        </p:spPr>
        <p:txBody>
          <a:bodyPr wrap="none" rtlCol="0">
            <a:spAutoFit/>
          </a:bodyPr>
          <a:lstStyle/>
          <a:p>
            <a:r>
              <a:rPr lang="en-US" sz="1600" dirty="0">
                <a:solidFill>
                  <a:schemeClr val="tx1">
                    <a:lumMod val="65000"/>
                    <a:lumOff val="35000"/>
                  </a:schemeClr>
                </a:solidFill>
                <a:latin typeface="+mj-lt"/>
                <a:ea typeface="+mn-ea"/>
                <a:cs typeface="Arial" pitchFamily="34" charset="0"/>
              </a:rPr>
              <a:t>REST API</a:t>
            </a:r>
            <a:r>
              <a:rPr lang="ja-JP" altLang="en-US" sz="1600">
                <a:solidFill>
                  <a:schemeClr val="tx1">
                    <a:lumMod val="65000"/>
                    <a:lumOff val="35000"/>
                  </a:schemeClr>
                </a:solidFill>
                <a:latin typeface="+mj-lt"/>
                <a:ea typeface="+mn-ea"/>
                <a:cs typeface="Arial" pitchFamily="34" charset="0"/>
              </a:rPr>
              <a:t>のをラッパするライブラリ</a:t>
            </a:r>
            <a:r>
              <a:rPr lang="en-US" altLang="ja-JP" sz="1600" dirty="0">
                <a:solidFill>
                  <a:schemeClr val="tx1">
                    <a:lumMod val="65000"/>
                    <a:lumOff val="35000"/>
                  </a:schemeClr>
                </a:solidFill>
                <a:latin typeface="+mj-lt"/>
                <a:ea typeface="+mn-ea"/>
                <a:cs typeface="Arial" pitchFamily="34" charset="0"/>
              </a:rPr>
              <a:t> (</a:t>
            </a:r>
            <a:r>
              <a:rPr lang="ja-JP" altLang="en-US" sz="1600">
                <a:solidFill>
                  <a:schemeClr val="tx1">
                    <a:lumMod val="65000"/>
                    <a:lumOff val="35000"/>
                  </a:schemeClr>
                </a:solidFill>
                <a:latin typeface="+mj-lt"/>
                <a:ea typeface="+mn-ea"/>
                <a:cs typeface="Arial" pitchFamily="34" charset="0"/>
              </a:rPr>
              <a:t>単純だが巨大。再利用可</a:t>
            </a:r>
            <a:r>
              <a:rPr lang="en-US" altLang="ja-JP" sz="1600" dirty="0">
                <a:solidFill>
                  <a:schemeClr val="tx1">
                    <a:lumMod val="65000"/>
                    <a:lumOff val="35000"/>
                  </a:schemeClr>
                </a:solidFill>
                <a:latin typeface="+mj-lt"/>
                <a:ea typeface="+mn-ea"/>
                <a:cs typeface="Arial" pitchFamily="34" charset="0"/>
              </a:rPr>
              <a:t>)</a:t>
            </a:r>
            <a:endParaRPr lang="en-US" sz="1600" dirty="0">
              <a:solidFill>
                <a:schemeClr val="tx1">
                  <a:lumMod val="65000"/>
                  <a:lumOff val="35000"/>
                </a:schemeClr>
              </a:solidFill>
              <a:latin typeface="+mj-lt"/>
              <a:ea typeface="+mn-ea"/>
              <a:cs typeface="Arial" pitchFamily="34" charset="0"/>
            </a:endParaRPr>
          </a:p>
        </p:txBody>
      </p:sp>
      <p:sp>
        <p:nvSpPr>
          <p:cNvPr id="56" name="TextBox 55">
            <a:extLst>
              <a:ext uri="{FF2B5EF4-FFF2-40B4-BE49-F238E27FC236}">
                <a16:creationId xmlns:a16="http://schemas.microsoft.com/office/drawing/2014/main" id="{0A996511-F03A-BB48-81F9-295F0A54864F}"/>
              </a:ext>
            </a:extLst>
          </p:cNvPr>
          <p:cNvSpPr txBox="1"/>
          <p:nvPr/>
        </p:nvSpPr>
        <p:spPr>
          <a:xfrm>
            <a:off x="7339653" y="1843097"/>
            <a:ext cx="1702710" cy="646331"/>
          </a:xfrm>
          <a:prstGeom prst="rect">
            <a:avLst/>
          </a:prstGeom>
          <a:noFill/>
        </p:spPr>
        <p:txBody>
          <a:bodyPr wrap="none" rtlCol="0">
            <a:spAutoFit/>
          </a:bodyPr>
          <a:lstStyle/>
          <a:p>
            <a:r>
              <a:rPr lang="ja-JP" altLang="en-US">
                <a:solidFill>
                  <a:schemeClr val="tx1">
                    <a:lumMod val="65000"/>
                    <a:lumOff val="35000"/>
                  </a:schemeClr>
                </a:solidFill>
                <a:latin typeface="+mj-lt"/>
                <a:ea typeface="+mn-ea"/>
                <a:cs typeface="Arial" pitchFamily="34" charset="0"/>
              </a:rPr>
              <a:t>選択に応じて</a:t>
            </a:r>
            <a:endParaRPr lang="en-US" altLang="ja-JP" dirty="0">
              <a:solidFill>
                <a:schemeClr val="tx1">
                  <a:lumMod val="65000"/>
                  <a:lumOff val="35000"/>
                </a:schemeClr>
              </a:solidFill>
              <a:latin typeface="+mj-lt"/>
              <a:ea typeface="+mn-ea"/>
              <a:cs typeface="Arial" pitchFamily="34" charset="0"/>
            </a:endParaRPr>
          </a:p>
          <a:p>
            <a:r>
              <a:rPr lang="ja-JP" altLang="en-US">
                <a:solidFill>
                  <a:schemeClr val="tx1">
                    <a:lumMod val="65000"/>
                    <a:lumOff val="35000"/>
                  </a:schemeClr>
                </a:solidFill>
                <a:latin typeface="+mj-lt"/>
                <a:ea typeface="+mn-ea"/>
                <a:cs typeface="Arial" pitchFamily="34" charset="0"/>
              </a:rPr>
              <a:t>処理を呼び出し</a:t>
            </a:r>
            <a:endParaRPr lang="en-US" dirty="0" err="1">
              <a:solidFill>
                <a:schemeClr val="tx1">
                  <a:lumMod val="65000"/>
                  <a:lumOff val="35000"/>
                </a:schemeClr>
              </a:solidFill>
              <a:latin typeface="+mj-lt"/>
              <a:ea typeface="+mn-ea"/>
              <a:cs typeface="Arial" pitchFamily="34" charset="0"/>
            </a:endParaRPr>
          </a:p>
        </p:txBody>
      </p:sp>
      <p:pic>
        <p:nvPicPr>
          <p:cNvPr id="57" name="Picture 56">
            <a:extLst>
              <a:ext uri="{FF2B5EF4-FFF2-40B4-BE49-F238E27FC236}">
                <a16:creationId xmlns:a16="http://schemas.microsoft.com/office/drawing/2014/main" id="{DD71DADD-5DB6-574C-8DBE-777E97ABCB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02711" y="3940996"/>
            <a:ext cx="2139652" cy="590249"/>
          </a:xfrm>
          <a:prstGeom prst="rect">
            <a:avLst/>
          </a:prstGeom>
        </p:spPr>
      </p:pic>
      <p:cxnSp>
        <p:nvCxnSpPr>
          <p:cNvPr id="59" name="Straight Arrow Connector 58">
            <a:extLst>
              <a:ext uri="{FF2B5EF4-FFF2-40B4-BE49-F238E27FC236}">
                <a16:creationId xmlns:a16="http://schemas.microsoft.com/office/drawing/2014/main" id="{58CD3340-F346-AC4C-80E0-DD263D8988A3}"/>
              </a:ext>
            </a:extLst>
          </p:cNvPr>
          <p:cNvCxnSpPr/>
          <p:nvPr/>
        </p:nvCxnSpPr>
        <p:spPr>
          <a:xfrm>
            <a:off x="7606145" y="2655023"/>
            <a:ext cx="0" cy="1138844"/>
          </a:xfrm>
          <a:prstGeom prst="straightConnector1">
            <a:avLst/>
          </a:prstGeom>
          <a:ln>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60" name="Straight Arrow Connector 59">
            <a:extLst>
              <a:ext uri="{FF2B5EF4-FFF2-40B4-BE49-F238E27FC236}">
                <a16:creationId xmlns:a16="http://schemas.microsoft.com/office/drawing/2014/main" id="{03573FE8-6AE1-194D-889B-D553AFAD2E28}"/>
              </a:ext>
            </a:extLst>
          </p:cNvPr>
          <p:cNvCxnSpPr/>
          <p:nvPr/>
        </p:nvCxnSpPr>
        <p:spPr>
          <a:xfrm>
            <a:off x="8091253" y="2655023"/>
            <a:ext cx="0" cy="1138844"/>
          </a:xfrm>
          <a:prstGeom prst="straightConnector1">
            <a:avLst/>
          </a:prstGeom>
          <a:ln>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61" name="Straight Arrow Connector 60">
            <a:extLst>
              <a:ext uri="{FF2B5EF4-FFF2-40B4-BE49-F238E27FC236}">
                <a16:creationId xmlns:a16="http://schemas.microsoft.com/office/drawing/2014/main" id="{4F9788F0-1B26-DF4D-A823-BA0E7C0A7C1B}"/>
              </a:ext>
            </a:extLst>
          </p:cNvPr>
          <p:cNvCxnSpPr/>
          <p:nvPr/>
        </p:nvCxnSpPr>
        <p:spPr>
          <a:xfrm>
            <a:off x="8592585" y="2655023"/>
            <a:ext cx="0" cy="1138844"/>
          </a:xfrm>
          <a:prstGeom prst="straightConnector1">
            <a:avLst/>
          </a:prstGeom>
          <a:ln>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62" name="TextBox 61">
            <a:extLst>
              <a:ext uri="{FF2B5EF4-FFF2-40B4-BE49-F238E27FC236}">
                <a16:creationId xmlns:a16="http://schemas.microsoft.com/office/drawing/2014/main" id="{7E16F7F3-814E-4546-ABE0-D2B4C47B2A41}"/>
              </a:ext>
            </a:extLst>
          </p:cNvPr>
          <p:cNvSpPr txBox="1"/>
          <p:nvPr/>
        </p:nvSpPr>
        <p:spPr>
          <a:xfrm rot="16200000">
            <a:off x="7354313" y="3060149"/>
            <a:ext cx="811441" cy="307777"/>
          </a:xfrm>
          <a:prstGeom prst="rect">
            <a:avLst/>
          </a:prstGeom>
          <a:noFill/>
        </p:spPr>
        <p:txBody>
          <a:bodyPr wrap="none" rtlCol="0">
            <a:spAutoFit/>
          </a:bodyPr>
          <a:lstStyle/>
          <a:p>
            <a:r>
              <a:rPr lang="ja-JP" altLang="en-US" sz="1400">
                <a:solidFill>
                  <a:schemeClr val="tx1">
                    <a:lumMod val="65000"/>
                    <a:lumOff val="35000"/>
                  </a:schemeClr>
                </a:solidFill>
                <a:latin typeface="+mj-lt"/>
                <a:ea typeface="+mn-ea"/>
                <a:cs typeface="Arial" pitchFamily="34" charset="0"/>
              </a:rPr>
              <a:t>ログイン</a:t>
            </a:r>
            <a:endParaRPr lang="en-US" sz="1400" dirty="0" err="1">
              <a:solidFill>
                <a:schemeClr val="tx1">
                  <a:lumMod val="65000"/>
                  <a:lumOff val="35000"/>
                </a:schemeClr>
              </a:solidFill>
              <a:latin typeface="+mj-lt"/>
              <a:ea typeface="+mn-ea"/>
              <a:cs typeface="Arial" pitchFamily="34" charset="0"/>
            </a:endParaRPr>
          </a:p>
        </p:txBody>
      </p:sp>
      <p:sp>
        <p:nvSpPr>
          <p:cNvPr id="63" name="TextBox 62">
            <a:extLst>
              <a:ext uri="{FF2B5EF4-FFF2-40B4-BE49-F238E27FC236}">
                <a16:creationId xmlns:a16="http://schemas.microsoft.com/office/drawing/2014/main" id="{5E3B6F5C-185A-3641-8175-B55A250AFD14}"/>
              </a:ext>
            </a:extLst>
          </p:cNvPr>
          <p:cNvSpPr txBox="1"/>
          <p:nvPr/>
        </p:nvSpPr>
        <p:spPr>
          <a:xfrm rot="16200000">
            <a:off x="7663642" y="3061323"/>
            <a:ext cx="1159292" cy="307777"/>
          </a:xfrm>
          <a:prstGeom prst="rect">
            <a:avLst/>
          </a:prstGeom>
          <a:noFill/>
        </p:spPr>
        <p:txBody>
          <a:bodyPr wrap="none" rtlCol="0">
            <a:spAutoFit/>
          </a:bodyPr>
          <a:lstStyle/>
          <a:p>
            <a:r>
              <a:rPr lang="en-US" altLang="ja-JP" sz="1400" dirty="0">
                <a:solidFill>
                  <a:schemeClr val="tx1">
                    <a:lumMod val="65000"/>
                    <a:lumOff val="35000"/>
                  </a:schemeClr>
                </a:solidFill>
                <a:latin typeface="+mj-lt"/>
                <a:ea typeface="+mn-ea"/>
                <a:cs typeface="Arial" pitchFamily="34" charset="0"/>
              </a:rPr>
              <a:t>VM</a:t>
            </a:r>
            <a:r>
              <a:rPr lang="ja-JP" altLang="en-US" sz="1400">
                <a:solidFill>
                  <a:schemeClr val="tx1">
                    <a:lumMod val="65000"/>
                    <a:lumOff val="35000"/>
                  </a:schemeClr>
                </a:solidFill>
                <a:latin typeface="+mj-lt"/>
                <a:ea typeface="+mn-ea"/>
                <a:cs typeface="Arial" pitchFamily="34" charset="0"/>
              </a:rPr>
              <a:t>一覧取得</a:t>
            </a:r>
            <a:endParaRPr lang="en-US" sz="1400" dirty="0" err="1">
              <a:solidFill>
                <a:schemeClr val="tx1">
                  <a:lumMod val="65000"/>
                  <a:lumOff val="35000"/>
                </a:schemeClr>
              </a:solidFill>
              <a:latin typeface="+mj-lt"/>
              <a:ea typeface="+mn-ea"/>
              <a:cs typeface="Arial" pitchFamily="34" charset="0"/>
            </a:endParaRPr>
          </a:p>
        </p:txBody>
      </p:sp>
      <p:sp>
        <p:nvSpPr>
          <p:cNvPr id="64" name="TextBox 63">
            <a:extLst>
              <a:ext uri="{FF2B5EF4-FFF2-40B4-BE49-F238E27FC236}">
                <a16:creationId xmlns:a16="http://schemas.microsoft.com/office/drawing/2014/main" id="{AE70566A-6126-E742-8F48-7160D0A59D89}"/>
              </a:ext>
            </a:extLst>
          </p:cNvPr>
          <p:cNvSpPr txBox="1"/>
          <p:nvPr/>
        </p:nvSpPr>
        <p:spPr>
          <a:xfrm rot="16200000">
            <a:off x="8196688" y="3078227"/>
            <a:ext cx="1156086" cy="307777"/>
          </a:xfrm>
          <a:prstGeom prst="rect">
            <a:avLst/>
          </a:prstGeom>
          <a:noFill/>
        </p:spPr>
        <p:txBody>
          <a:bodyPr wrap="none" rtlCol="0">
            <a:spAutoFit/>
          </a:bodyPr>
          <a:lstStyle/>
          <a:p>
            <a:r>
              <a:rPr lang="ja-JP" altLang="en-US" sz="1400">
                <a:solidFill>
                  <a:schemeClr val="tx1">
                    <a:lumMod val="65000"/>
                    <a:lumOff val="35000"/>
                  </a:schemeClr>
                </a:solidFill>
                <a:latin typeface="+mj-lt"/>
                <a:ea typeface="+mn-ea"/>
                <a:cs typeface="Arial" pitchFamily="34" charset="0"/>
              </a:rPr>
              <a:t>イメージ作成</a:t>
            </a:r>
            <a:endParaRPr lang="en-US" sz="1400" dirty="0" err="1">
              <a:solidFill>
                <a:schemeClr val="tx1">
                  <a:lumMod val="65000"/>
                  <a:lumOff val="35000"/>
                </a:schemeClr>
              </a:solidFill>
              <a:latin typeface="+mj-lt"/>
              <a:ea typeface="+mn-ea"/>
              <a:cs typeface="Arial" pitchFamily="34" charset="0"/>
            </a:endParaRPr>
          </a:p>
        </p:txBody>
      </p:sp>
      <p:sp>
        <p:nvSpPr>
          <p:cNvPr id="68" name="Rectangle 67">
            <a:extLst>
              <a:ext uri="{FF2B5EF4-FFF2-40B4-BE49-F238E27FC236}">
                <a16:creationId xmlns:a16="http://schemas.microsoft.com/office/drawing/2014/main" id="{72BB799B-0879-FB4C-BFDE-BE6A61EDE8A3}"/>
              </a:ext>
            </a:extLst>
          </p:cNvPr>
          <p:cNvSpPr/>
          <p:nvPr/>
        </p:nvSpPr>
        <p:spPr bwMode="gray">
          <a:xfrm rot="16200000">
            <a:off x="4741196" y="759374"/>
            <a:ext cx="1418935" cy="281845"/>
          </a:xfrm>
          <a:prstGeom prst="rect">
            <a:avLst/>
          </a:prstGeom>
          <a:solidFill>
            <a:schemeClr val="accent1"/>
          </a:solidFill>
          <a:ln>
            <a:noFill/>
          </a:ln>
          <a:scene3d>
            <a:camera prst="orthographicFront"/>
            <a:lightRig rig="threePt" dir="t"/>
          </a:scene3d>
          <a:sp3d prstMaterial="plastic">
            <a:bevelT w="19050" h="6350"/>
          </a:sp3d>
        </p:spPr>
        <p:style>
          <a:lnRef idx="1">
            <a:schemeClr val="accent1"/>
          </a:lnRef>
          <a:fillRef idx="3">
            <a:schemeClr val="accent1"/>
          </a:fillRef>
          <a:effectRef idx="2">
            <a:schemeClr val="accent1"/>
          </a:effectRef>
          <a:fontRef idx="minor">
            <a:schemeClr val="lt1"/>
          </a:fontRef>
        </p:style>
        <p:txBody>
          <a:bodyPr rtlCol="0" anchor="ctr"/>
          <a:lstStyle/>
          <a:p>
            <a:pPr algn="ctr"/>
            <a:r>
              <a:rPr lang="ja-JP" altLang="en-US" sz="1400">
                <a:solidFill>
                  <a:schemeClr val="bg1"/>
                </a:solidFill>
                <a:latin typeface="+mj-lt"/>
                <a:cs typeface="Arial" pitchFamily="34" charset="0"/>
              </a:rPr>
              <a:t>テキスト入力</a:t>
            </a:r>
            <a:endParaRPr lang="en-US" sz="1400" dirty="0">
              <a:solidFill>
                <a:schemeClr val="bg1"/>
              </a:solidFill>
              <a:latin typeface="+mj-lt"/>
              <a:cs typeface="Arial" pitchFamily="34" charset="0"/>
            </a:endParaRPr>
          </a:p>
        </p:txBody>
      </p:sp>
      <p:sp>
        <p:nvSpPr>
          <p:cNvPr id="69" name="Rectangle 68">
            <a:extLst>
              <a:ext uri="{FF2B5EF4-FFF2-40B4-BE49-F238E27FC236}">
                <a16:creationId xmlns:a16="http://schemas.microsoft.com/office/drawing/2014/main" id="{CE449397-8BDF-0A4E-A165-6D85CA42B1BB}"/>
              </a:ext>
            </a:extLst>
          </p:cNvPr>
          <p:cNvSpPr/>
          <p:nvPr/>
        </p:nvSpPr>
        <p:spPr bwMode="gray">
          <a:xfrm rot="16200000">
            <a:off x="5831727" y="768695"/>
            <a:ext cx="1405274" cy="281845"/>
          </a:xfrm>
          <a:prstGeom prst="rect">
            <a:avLst/>
          </a:prstGeom>
          <a:solidFill>
            <a:schemeClr val="accent1"/>
          </a:solidFill>
          <a:ln>
            <a:noFill/>
          </a:ln>
          <a:scene3d>
            <a:camera prst="orthographicFront"/>
            <a:lightRig rig="threePt" dir="t"/>
          </a:scene3d>
          <a:sp3d prstMaterial="plastic">
            <a:bevelT w="19050" h="6350"/>
          </a:sp3d>
        </p:spPr>
        <p:style>
          <a:lnRef idx="1">
            <a:schemeClr val="accent1"/>
          </a:lnRef>
          <a:fillRef idx="3">
            <a:schemeClr val="accent1"/>
          </a:fillRef>
          <a:effectRef idx="2">
            <a:schemeClr val="accent1"/>
          </a:effectRef>
          <a:fontRef idx="minor">
            <a:schemeClr val="lt1"/>
          </a:fontRef>
        </p:style>
        <p:txBody>
          <a:bodyPr rtlCol="0" anchor="ctr"/>
          <a:lstStyle/>
          <a:p>
            <a:pPr algn="ctr"/>
            <a:r>
              <a:rPr lang="ja-JP" altLang="en-US" sz="1400">
                <a:solidFill>
                  <a:schemeClr val="bg1"/>
                </a:solidFill>
                <a:latin typeface="+mj-lt"/>
                <a:cs typeface="Arial" pitchFamily="34" charset="0"/>
              </a:rPr>
              <a:t>マルチスレッド</a:t>
            </a:r>
            <a:endParaRPr lang="en-US" sz="1400" dirty="0">
              <a:solidFill>
                <a:schemeClr val="bg1"/>
              </a:solidFill>
              <a:latin typeface="+mj-lt"/>
              <a:cs typeface="Arial" pitchFamily="34" charset="0"/>
            </a:endParaRPr>
          </a:p>
        </p:txBody>
      </p:sp>
    </p:spTree>
    <p:extLst>
      <p:ext uri="{BB962C8B-B14F-4D97-AF65-F5344CB8AC3E}">
        <p14:creationId xmlns:p14="http://schemas.microsoft.com/office/powerpoint/2010/main" val="25291492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nSpc>
                <a:spcPct val="100000"/>
              </a:lnSpc>
            </a:pPr>
            <a:r>
              <a:rPr lang="ja-JP" altLang="en-US" sz="2400"/>
              <a:t>お客様やパートナーで使える例</a:t>
            </a:r>
            <a:r>
              <a:rPr lang="en-US" altLang="ja-JP" sz="2400" dirty="0"/>
              <a:t>(</a:t>
            </a:r>
            <a:r>
              <a:rPr lang="ja-JP" altLang="en-US" sz="2400"/>
              <a:t>私が思いつくもの</a:t>
            </a:r>
            <a:r>
              <a:rPr lang="en-US" altLang="ja-JP" sz="2400" dirty="0"/>
              <a:t>)</a:t>
            </a:r>
            <a:endParaRPr lang="en-US" sz="2400" dirty="0"/>
          </a:p>
        </p:txBody>
      </p:sp>
      <p:sp>
        <p:nvSpPr>
          <p:cNvPr id="7" name="Content Placeholder 6">
            <a:extLst>
              <a:ext uri="{FF2B5EF4-FFF2-40B4-BE49-F238E27FC236}">
                <a16:creationId xmlns:a16="http://schemas.microsoft.com/office/drawing/2014/main" id="{A267C904-C919-5042-BD5D-4AEC516BB90E}"/>
              </a:ext>
            </a:extLst>
          </p:cNvPr>
          <p:cNvSpPr>
            <a:spLocks noGrp="1"/>
          </p:cNvSpPr>
          <p:nvPr>
            <p:ph idx="1"/>
          </p:nvPr>
        </p:nvSpPr>
        <p:spPr/>
        <p:txBody>
          <a:bodyPr/>
          <a:lstStyle/>
          <a:p>
            <a:pPr marL="342900" indent="-342900">
              <a:buFont typeface="Arial" panose="020B0604020202020204" pitchFamily="34" charset="0"/>
              <a:buChar char="•"/>
            </a:pPr>
            <a:r>
              <a:rPr lang="ja-JP" altLang="en-US" sz="1800"/>
              <a:t>提供する仮想マシンの作成。管理</a:t>
            </a:r>
            <a:endParaRPr lang="en-US" altLang="ja-JP" sz="1800" dirty="0"/>
          </a:p>
          <a:p>
            <a:pPr marL="700023" lvl="1" indent="-342900"/>
            <a:r>
              <a:rPr lang="ja-JP" altLang="en-US"/>
              <a:t>イメージ登録があれば即座に使える</a:t>
            </a:r>
            <a:endParaRPr lang="en-US" altLang="ja-JP" dirty="0"/>
          </a:p>
          <a:p>
            <a:pPr marL="700023" lvl="1" indent="-342900"/>
            <a:r>
              <a:rPr lang="ja-JP" altLang="en-US"/>
              <a:t>仮想マシンにアドレスを与えられる</a:t>
            </a:r>
            <a:endParaRPr lang="en-US" altLang="ja-JP" dirty="0"/>
          </a:p>
          <a:p>
            <a:pPr marL="700023" lvl="1" indent="-342900"/>
            <a:r>
              <a:rPr lang="ja-JP" altLang="en-US"/>
              <a:t>利用状況などの監視も可能</a:t>
            </a:r>
            <a:endParaRPr lang="en-US" altLang="ja-JP" dirty="0"/>
          </a:p>
          <a:p>
            <a:pPr marL="700023" lvl="1" indent="-342900"/>
            <a:endParaRPr lang="en-US" altLang="ja-JP" dirty="0"/>
          </a:p>
          <a:p>
            <a:pPr marL="342900" indent="-342900">
              <a:buFont typeface="Arial" panose="020B0604020202020204" pitchFamily="34" charset="0"/>
              <a:buChar char="•"/>
            </a:pPr>
            <a:r>
              <a:rPr lang="en-US" altLang="ja-JP" sz="1800" dirty="0"/>
              <a:t>Foundation</a:t>
            </a:r>
            <a:r>
              <a:rPr lang="ja-JP" altLang="en-US" sz="1800"/>
              <a:t>後の設定の自動化</a:t>
            </a:r>
            <a:endParaRPr lang="en-US" altLang="ja-JP" sz="1800" dirty="0"/>
          </a:p>
          <a:p>
            <a:pPr marL="700023" lvl="1" indent="-342900"/>
            <a:r>
              <a:rPr lang="ja-JP" altLang="en-US"/>
              <a:t>手元の作業端末に</a:t>
            </a:r>
            <a:r>
              <a:rPr lang="en-US" altLang="ja-JP" dirty="0"/>
              <a:t>NFS</a:t>
            </a:r>
            <a:r>
              <a:rPr lang="ja-JP" altLang="en-US"/>
              <a:t>サーバーをたてる</a:t>
            </a:r>
            <a:endParaRPr lang="en-US" altLang="ja-JP" dirty="0"/>
          </a:p>
          <a:p>
            <a:pPr marL="700023" lvl="1" indent="-342900"/>
            <a:r>
              <a:rPr lang="ja-JP" altLang="en-US"/>
              <a:t>エクセルに構築パラメーターをまとめる</a:t>
            </a:r>
            <a:endParaRPr lang="en-US" altLang="ja-JP" dirty="0"/>
          </a:p>
          <a:p>
            <a:pPr marL="700023" lvl="1" indent="-342900"/>
            <a:r>
              <a:rPr lang="ja-JP" altLang="en-US"/>
              <a:t>スクリプトがパラメーターにしたがってコンテナやネットワークを作成</a:t>
            </a:r>
            <a:endParaRPr lang="en-US" altLang="ja-JP" dirty="0"/>
          </a:p>
          <a:p>
            <a:pPr marL="700023" lvl="1" indent="-342900"/>
            <a:r>
              <a:rPr lang="en-US" altLang="ja-JP" dirty="0"/>
              <a:t>NFS</a:t>
            </a:r>
            <a:r>
              <a:rPr lang="ja-JP" altLang="en-US"/>
              <a:t>のイメージを登録し、仮想マシンをパラメーターにしたがって展開</a:t>
            </a:r>
            <a:endParaRPr lang="en-US" altLang="ja-JP" dirty="0"/>
          </a:p>
        </p:txBody>
      </p:sp>
    </p:spTree>
    <p:extLst>
      <p:ext uri="{BB962C8B-B14F-4D97-AF65-F5344CB8AC3E}">
        <p14:creationId xmlns:p14="http://schemas.microsoft.com/office/powerpoint/2010/main" val="37814600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Tree>
    <p:extLst>
      <p:ext uri="{BB962C8B-B14F-4D97-AF65-F5344CB8AC3E}">
        <p14:creationId xmlns:p14="http://schemas.microsoft.com/office/powerpoint/2010/main" val="1395412709"/>
      </p:ext>
    </p:extLst>
  </p:cSld>
  <p:clrMapOvr>
    <a:masterClrMapping/>
  </p:clrMapOvr>
</p:sld>
</file>

<file path=ppt/theme/theme1.xml><?xml version="1.0" encoding="utf-8"?>
<a:theme xmlns:a="http://schemas.openxmlformats.org/drawingml/2006/main" name="Corporate PowerPoint (16x9)">
  <a:themeElements>
    <a:clrScheme name="Custom 26">
      <a:dk1>
        <a:sysClr val="windowText" lastClr="000000"/>
      </a:dk1>
      <a:lt1>
        <a:sysClr val="window" lastClr="FFFFFF"/>
      </a:lt1>
      <a:dk2>
        <a:srgbClr val="3F3F3F"/>
      </a:dk2>
      <a:lt2>
        <a:srgbClr val="FFC000"/>
      </a:lt2>
      <a:accent1>
        <a:srgbClr val="024394"/>
      </a:accent1>
      <a:accent2>
        <a:srgbClr val="B1CC11"/>
      </a:accent2>
      <a:accent3>
        <a:srgbClr val="C7C9CC"/>
      </a:accent3>
      <a:accent4>
        <a:srgbClr val="2A5C3D"/>
      </a:accent4>
      <a:accent5>
        <a:srgbClr val="4BACC6"/>
      </a:accent5>
      <a:accent6>
        <a:srgbClr val="153965"/>
      </a:accent6>
      <a:hlink>
        <a:srgbClr val="B1CC11"/>
      </a:hlink>
      <a:folHlink>
        <a:srgbClr val="B1CC1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gradFill>
          <a:gsLst>
            <a:gs pos="0">
              <a:schemeClr val="accent1"/>
            </a:gs>
            <a:gs pos="100000">
              <a:schemeClr val="accent1">
                <a:lumMod val="86000"/>
              </a:schemeClr>
            </a:gs>
          </a:gsLst>
          <a:lin ang="5400000" scaled="0"/>
        </a:gradFill>
        <a:ln>
          <a:noFill/>
        </a:ln>
        <a:scene3d>
          <a:camera prst="orthographicFront"/>
          <a:lightRig rig="threePt" dir="t"/>
        </a:scene3d>
        <a:sp3d prstMaterial="plastic">
          <a:bevelT w="19050" h="6350"/>
        </a:sp3d>
      </a:spPr>
      <a:bodyPr rtlCol="0" anchor="ctr"/>
      <a:lstStyle>
        <a:defPPr algn="ctr">
          <a:defRPr sz="1600">
            <a:solidFill>
              <a:srgbClr val="C7C9CC"/>
            </a:solidFill>
            <a:latin typeface="+mj-lt"/>
            <a:cs typeface="Arial" pitchFamily="34" charset="0"/>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defRPr dirty="0" err="1" smtClean="0">
            <a:solidFill>
              <a:schemeClr val="tx1">
                <a:lumMod val="65000"/>
                <a:lumOff val="35000"/>
              </a:schemeClr>
            </a:solidFill>
            <a:latin typeface="+mj-lt"/>
            <a:ea typeface="+mn-ea"/>
            <a:cs typeface="Arial" pitchFamily="34"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BCF5BE5786385489A5427DC551C59A0" ma:contentTypeVersion="0" ma:contentTypeDescription="Create a new document." ma:contentTypeScope="" ma:versionID="da51455a320aee3b940b48d71b9d3df1">
  <xsd:schema xmlns:xsd="http://www.w3.org/2001/XMLSchema" xmlns:xs="http://www.w3.org/2001/XMLSchema" xmlns:p="http://schemas.microsoft.com/office/2006/metadata/properties" targetNamespace="http://schemas.microsoft.com/office/2006/metadata/properties" ma:root="true" ma:fieldsID="5da0bab1e00c84e9291a2a9b340ddbcd">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41092DB-A011-4473-B5FF-64513360592E}">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F69F4360-5B98-4648-B73E-FF55E6913E77}">
  <ds:schemaRefs>
    <ds:schemaRef ds:uri="http://schemas.microsoft.com/sharepoint/v3/contenttype/forms"/>
  </ds:schemaRefs>
</ds:datastoreItem>
</file>

<file path=customXml/itemProps3.xml><?xml version="1.0" encoding="utf-8"?>
<ds:datastoreItem xmlns:ds="http://schemas.openxmlformats.org/officeDocument/2006/customXml" ds:itemID="{48891768-BC9A-42ED-B292-EC6458FED43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Corporate PowerPoint (16x9).potx</Template>
  <TotalTime>68950</TotalTime>
  <Words>1352</Words>
  <Application>Microsoft Macintosh PowerPoint</Application>
  <PresentationFormat>On-screen Show (16:9)</PresentationFormat>
  <Paragraphs>221</Paragraphs>
  <Slides>17</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Gotham Rounded Book</vt:lpstr>
      <vt:lpstr>Gotham Rounded Medium</vt:lpstr>
      <vt:lpstr>Arial</vt:lpstr>
      <vt:lpstr>Calibri</vt:lpstr>
      <vt:lpstr>Consolas</vt:lpstr>
      <vt:lpstr>Symbol</vt:lpstr>
      <vt:lpstr>Corporate PowerPoint (16x9)</vt:lpstr>
      <vt:lpstr>REST API 概要 for All</vt:lpstr>
      <vt:lpstr>Agenda</vt:lpstr>
      <vt:lpstr>Agenda</vt:lpstr>
      <vt:lpstr>REST API を使うPrism</vt:lpstr>
      <vt:lpstr>HTTP : Prism(ブラウザ)とクラスターの通信</vt:lpstr>
      <vt:lpstr>REST API : HTTPというルール上のより詳細なルール</vt:lpstr>
      <vt:lpstr>URL : REST API におけるリソースの指定に使う</vt:lpstr>
      <vt:lpstr>CRUD : 命令の種類</vt:lpstr>
      <vt:lpstr>サーバーからの応答</vt:lpstr>
      <vt:lpstr>主要なレスポンスコード</vt:lpstr>
      <vt:lpstr>JSON : 情報のやりとりのフォーマット(1)</vt:lpstr>
      <vt:lpstr>JSON : 情報のやりとりのフォーマット(2)</vt:lpstr>
      <vt:lpstr>Japan SE LabでのREST APIの利用例</vt:lpstr>
      <vt:lpstr>典型的なREST APIを使うアプリケーションの構造</vt:lpstr>
      <vt:lpstr>サンプルアプリの構造</vt:lpstr>
      <vt:lpstr>お客様やパートナーで使える例(私が思いつくもの)</vt:lpstr>
      <vt:lpstr>PowerPoint Presentation</vt:lpstr>
    </vt:vector>
  </TitlesOfParts>
  <Company>NUTANIX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Brandon Voss</dc:creator>
  <cp:lastModifiedBy>Yuichi Ito （伊藤 裕一 - いとう ゆういち）</cp:lastModifiedBy>
  <cp:revision>1398</cp:revision>
  <dcterms:created xsi:type="dcterms:W3CDTF">2011-06-30T14:54:53Z</dcterms:created>
  <dcterms:modified xsi:type="dcterms:W3CDTF">2019-02-12T04:36:47Z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0x0101005BCF5BE5786385489A5427DC551C59A0</vt:lpwstr>
  </property>
</Properties>
</file>